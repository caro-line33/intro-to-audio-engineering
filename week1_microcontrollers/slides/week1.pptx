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2" r:id="rId4"/>
  </p:sldMasterIdLst>
  <p:notesMasterIdLst>
    <p:notesMasterId r:id="rId38"/>
  </p:notesMasterIdLst>
  <p:handoutMasterIdLst>
    <p:handoutMasterId r:id="rId39"/>
  </p:handoutMasterIdLst>
  <p:sldIdLst>
    <p:sldId id="354" r:id="rId5"/>
    <p:sldId id="372" r:id="rId6"/>
    <p:sldId id="367" r:id="rId7"/>
    <p:sldId id="369" r:id="rId8"/>
    <p:sldId id="370" r:id="rId9"/>
    <p:sldId id="373" r:id="rId10"/>
    <p:sldId id="371" r:id="rId11"/>
    <p:sldId id="375" r:id="rId12"/>
    <p:sldId id="376" r:id="rId13"/>
    <p:sldId id="380" r:id="rId14"/>
    <p:sldId id="382" r:id="rId15"/>
    <p:sldId id="381" r:id="rId16"/>
    <p:sldId id="400" r:id="rId17"/>
    <p:sldId id="401" r:id="rId18"/>
    <p:sldId id="383" r:id="rId19"/>
    <p:sldId id="402" r:id="rId20"/>
    <p:sldId id="384" r:id="rId21"/>
    <p:sldId id="377" r:id="rId22"/>
    <p:sldId id="386" r:id="rId23"/>
    <p:sldId id="388" r:id="rId24"/>
    <p:sldId id="378" r:id="rId25"/>
    <p:sldId id="379" r:id="rId26"/>
    <p:sldId id="389" r:id="rId27"/>
    <p:sldId id="390" r:id="rId28"/>
    <p:sldId id="391" r:id="rId29"/>
    <p:sldId id="393" r:id="rId30"/>
    <p:sldId id="395" r:id="rId31"/>
    <p:sldId id="392" r:id="rId32"/>
    <p:sldId id="394" r:id="rId33"/>
    <p:sldId id="396" r:id="rId34"/>
    <p:sldId id="397" r:id="rId35"/>
    <p:sldId id="398" r:id="rId36"/>
    <p:sldId id="399" r:id="rId37"/>
  </p:sldIdLst>
  <p:sldSz cx="12188825" cy="6858000"/>
  <p:notesSz cx="6858000" cy="9144000"/>
  <p:defaultTextStyle>
    <a:defPPr>
      <a:defRPr lang="en-US"/>
    </a:defPPr>
    <a:lvl1pPr marL="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52" userDrawn="1">
          <p15:clr>
            <a:srgbClr val="A4A3A4"/>
          </p15:clr>
        </p15:guide>
        <p15:guide id="2" pos="383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35F30"/>
    <a:srgbClr val="EEEDE4"/>
    <a:srgbClr val="E5EDDD"/>
    <a:srgbClr val="FFBD2E"/>
    <a:srgbClr val="F8A66D"/>
    <a:srgbClr val="002234"/>
    <a:srgbClr val="A0E5FC"/>
    <a:srgbClr val="179D9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76C5AE2-B75C-479E-B378-E3C32677299C}" v="3" dt="2026-10-04T03:45:16.150"/>
  </p1510:revLst>
</p1510:revInfo>
</file>

<file path=ppt/tableStyles.xml><?xml version="1.0" encoding="utf-8"?>
<a:tblStyleLst xmlns:a="http://schemas.openxmlformats.org/drawingml/2006/main" def="{72833802-FEF1-4C79-8D5D-14CF1EAF98D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3725" autoAdjust="0"/>
  </p:normalViewPr>
  <p:slideViewPr>
    <p:cSldViewPr showGuides="1">
      <p:cViewPr varScale="1">
        <p:scale>
          <a:sx n="70" d="100"/>
          <a:sy n="70" d="100"/>
        </p:scale>
        <p:origin x="536" y="48"/>
      </p:cViewPr>
      <p:guideLst>
        <p:guide orient="horz" pos="1152"/>
        <p:guide pos="383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420"/>
    </p:cViewPr>
  </p:sorterViewPr>
  <p:notesViewPr>
    <p:cSldViewPr>
      <p:cViewPr varScale="1">
        <p:scale>
          <a:sx n="79" d="100"/>
          <a:sy n="79" d="100"/>
        </p:scale>
        <p:origin x="1644" y="96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handoutMaster" Target="handoutMasters/handoutMaster1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theme" Target="theme/theme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presProps" Target="presProps.xml"/><Relationship Id="rId45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tableStyles" Target="tableStyle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notesMaster" Target="notesMasters/notesMaster1.xml"/><Relationship Id="rId20" Type="http://schemas.openxmlformats.org/officeDocument/2006/relationships/slide" Target="slides/slide16.xml"/><Relationship Id="rId41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roline Huang" userId="637e23276382cf25" providerId="LiveId" clId="{C62AA357-129C-4E51-9718-458107F05071}"/>
    <pc:docChg chg="undo custSel addSld delSld modSld sldOrd">
      <pc:chgData name="Caroline Huang" userId="637e23276382cf25" providerId="LiveId" clId="{C62AA357-129C-4E51-9718-458107F05071}" dt="2026-10-04T18:10:10.948" v="4777" actId="2696"/>
      <pc:docMkLst>
        <pc:docMk/>
      </pc:docMkLst>
      <pc:sldChg chg="modSp mod">
        <pc:chgData name="Caroline Huang" userId="637e23276382cf25" providerId="LiveId" clId="{C62AA357-129C-4E51-9718-458107F05071}" dt="2026-10-04T17:54:31.456" v="3188" actId="20577"/>
        <pc:sldMkLst>
          <pc:docMk/>
          <pc:sldMk cId="1302786282" sldId="380"/>
        </pc:sldMkLst>
        <pc:spChg chg="mod">
          <ac:chgData name="Caroline Huang" userId="637e23276382cf25" providerId="LiveId" clId="{C62AA357-129C-4E51-9718-458107F05071}" dt="2026-10-04T17:54:31.456" v="3188" actId="20577"/>
          <ac:spMkLst>
            <pc:docMk/>
            <pc:sldMk cId="1302786282" sldId="380"/>
            <ac:spMk id="3" creationId="{265D3D74-436F-D935-9468-040D76E6AB40}"/>
          </ac:spMkLst>
        </pc:spChg>
      </pc:sldChg>
      <pc:sldChg chg="addSp delSp modSp mod">
        <pc:chgData name="Caroline Huang" userId="637e23276382cf25" providerId="LiveId" clId="{C62AA357-129C-4E51-9718-458107F05071}" dt="2026-10-04T18:01:02.305" v="3237" actId="1076"/>
        <pc:sldMkLst>
          <pc:docMk/>
          <pc:sldMk cId="1457984593" sldId="381"/>
        </pc:sldMkLst>
        <pc:spChg chg="del">
          <ac:chgData name="Caroline Huang" userId="637e23276382cf25" providerId="LiveId" clId="{C62AA357-129C-4E51-9718-458107F05071}" dt="2026-10-04T17:55:09.056" v="3189" actId="478"/>
          <ac:spMkLst>
            <pc:docMk/>
            <pc:sldMk cId="1457984593" sldId="381"/>
            <ac:spMk id="3" creationId="{4C3716F6-3104-DBAE-5E89-6E5642E522CA}"/>
          </ac:spMkLst>
        </pc:spChg>
        <pc:spChg chg="add del mod">
          <ac:chgData name="Caroline Huang" userId="637e23276382cf25" providerId="LiveId" clId="{C62AA357-129C-4E51-9718-458107F05071}" dt="2026-10-04T17:56:07.024" v="3207" actId="478"/>
          <ac:spMkLst>
            <pc:docMk/>
            <pc:sldMk cId="1457984593" sldId="381"/>
            <ac:spMk id="6" creationId="{AEBBA6A6-BF19-A823-BDE0-EB51C34F07F6}"/>
          </ac:spMkLst>
        </pc:spChg>
        <pc:spChg chg="add del mod">
          <ac:chgData name="Caroline Huang" userId="637e23276382cf25" providerId="LiveId" clId="{C62AA357-129C-4E51-9718-458107F05071}" dt="2026-10-04T17:56:08.785" v="3209" actId="478"/>
          <ac:spMkLst>
            <pc:docMk/>
            <pc:sldMk cId="1457984593" sldId="381"/>
            <ac:spMk id="8" creationId="{F674915C-9D17-28C3-DB53-691F76AD4405}"/>
          </ac:spMkLst>
        </pc:spChg>
        <pc:picChg chg="add del mod">
          <ac:chgData name="Caroline Huang" userId="637e23276382cf25" providerId="LiveId" clId="{C62AA357-129C-4E51-9718-458107F05071}" dt="2026-10-04T17:59:03.064" v="3227" actId="478"/>
          <ac:picMkLst>
            <pc:docMk/>
            <pc:sldMk cId="1457984593" sldId="381"/>
            <ac:picMk id="10" creationId="{1A49EB74-3C86-65C4-81A7-035C47B279AB}"/>
          </ac:picMkLst>
        </pc:picChg>
        <pc:picChg chg="add del mod">
          <ac:chgData name="Caroline Huang" userId="637e23276382cf25" providerId="LiveId" clId="{C62AA357-129C-4E51-9718-458107F05071}" dt="2026-10-04T17:57:07.994" v="3220" actId="478"/>
          <ac:picMkLst>
            <pc:docMk/>
            <pc:sldMk cId="1457984593" sldId="381"/>
            <ac:picMk id="12" creationId="{A7D9F483-852D-2EB1-49F6-AD30472E9C6F}"/>
          </ac:picMkLst>
        </pc:picChg>
        <pc:picChg chg="add mod">
          <ac:chgData name="Caroline Huang" userId="637e23276382cf25" providerId="LiveId" clId="{C62AA357-129C-4E51-9718-458107F05071}" dt="2026-10-04T18:01:02.305" v="3237" actId="1076"/>
          <ac:picMkLst>
            <pc:docMk/>
            <pc:sldMk cId="1457984593" sldId="381"/>
            <ac:picMk id="14" creationId="{327079E3-070C-D764-A003-8ABA551D12C5}"/>
          </ac:picMkLst>
        </pc:picChg>
        <pc:picChg chg="add del mod">
          <ac:chgData name="Caroline Huang" userId="637e23276382cf25" providerId="LiveId" clId="{C62AA357-129C-4E51-9718-458107F05071}" dt="2026-10-04T18:00:32.079" v="3231" actId="478"/>
          <ac:picMkLst>
            <pc:docMk/>
            <pc:sldMk cId="1457984593" sldId="381"/>
            <ac:picMk id="16" creationId="{B6BC4D84-EF2B-0FC1-2313-C03D60A0769D}"/>
          </ac:picMkLst>
        </pc:picChg>
        <pc:picChg chg="add mod">
          <ac:chgData name="Caroline Huang" userId="637e23276382cf25" providerId="LiveId" clId="{C62AA357-129C-4E51-9718-458107F05071}" dt="2026-10-04T18:00:59.035" v="3236" actId="1076"/>
          <ac:picMkLst>
            <pc:docMk/>
            <pc:sldMk cId="1457984593" sldId="381"/>
            <ac:picMk id="18" creationId="{2E902159-ECCB-4121-89C8-31E27805B8D9}"/>
          </ac:picMkLst>
        </pc:picChg>
      </pc:sldChg>
      <pc:sldChg chg="addSp modSp mod ord">
        <pc:chgData name="Caroline Huang" userId="637e23276382cf25" providerId="LiveId" clId="{C62AA357-129C-4E51-9718-458107F05071}" dt="2026-10-04T18:05:17.989" v="3454"/>
        <pc:sldMkLst>
          <pc:docMk/>
          <pc:sldMk cId="2394351120" sldId="382"/>
        </pc:sldMkLst>
        <pc:spChg chg="mod">
          <ac:chgData name="Caroline Huang" userId="637e23276382cf25" providerId="LiveId" clId="{C62AA357-129C-4E51-9718-458107F05071}" dt="2026-10-04T18:05:00.779" v="3449" actId="20577"/>
          <ac:spMkLst>
            <pc:docMk/>
            <pc:sldMk cId="2394351120" sldId="382"/>
            <ac:spMk id="3" creationId="{833AC6AB-A0D7-479C-4DED-8F4335D906BF}"/>
          </ac:spMkLst>
        </pc:spChg>
        <pc:picChg chg="add mod">
          <ac:chgData name="Caroline Huang" userId="637e23276382cf25" providerId="LiveId" clId="{C62AA357-129C-4E51-9718-458107F05071}" dt="2026-10-04T18:05:09.180" v="3452" actId="1076"/>
          <ac:picMkLst>
            <pc:docMk/>
            <pc:sldMk cId="2394351120" sldId="382"/>
            <ac:picMk id="6" creationId="{484F1A4B-8B7C-D9D8-AC11-237CCD18704C}"/>
          </ac:picMkLst>
        </pc:picChg>
      </pc:sldChg>
      <pc:sldChg chg="modSp mod">
        <pc:chgData name="Caroline Huang" userId="637e23276382cf25" providerId="LiveId" clId="{C62AA357-129C-4E51-9718-458107F05071}" dt="2026-10-04T18:07:20.735" v="4078" actId="20577"/>
        <pc:sldMkLst>
          <pc:docMk/>
          <pc:sldMk cId="3320159408" sldId="383"/>
        </pc:sldMkLst>
        <pc:spChg chg="mod">
          <ac:chgData name="Caroline Huang" userId="637e23276382cf25" providerId="LiveId" clId="{C62AA357-129C-4E51-9718-458107F05071}" dt="2026-10-04T18:07:20.735" v="4078" actId="20577"/>
          <ac:spMkLst>
            <pc:docMk/>
            <pc:sldMk cId="3320159408" sldId="383"/>
            <ac:spMk id="3" creationId="{EA875BA9-AE56-A82F-312B-3CD5B4991C55}"/>
          </ac:spMkLst>
        </pc:spChg>
      </pc:sldChg>
      <pc:sldChg chg="modSp mod ord">
        <pc:chgData name="Caroline Huang" userId="637e23276382cf25" providerId="LiveId" clId="{C62AA357-129C-4E51-9718-458107F05071}" dt="2026-10-04T18:10:07.448" v="4776" actId="15"/>
        <pc:sldMkLst>
          <pc:docMk/>
          <pc:sldMk cId="4119718190" sldId="384"/>
        </pc:sldMkLst>
        <pc:spChg chg="mod">
          <ac:chgData name="Caroline Huang" userId="637e23276382cf25" providerId="LiveId" clId="{C62AA357-129C-4E51-9718-458107F05071}" dt="2026-10-04T18:10:07.448" v="4776" actId="15"/>
          <ac:spMkLst>
            <pc:docMk/>
            <pc:sldMk cId="4119718190" sldId="384"/>
            <ac:spMk id="3" creationId="{E4E51146-0EB3-530A-888F-E719E1C64DFB}"/>
          </ac:spMkLst>
        </pc:spChg>
      </pc:sldChg>
      <pc:sldChg chg="del">
        <pc:chgData name="Caroline Huang" userId="637e23276382cf25" providerId="LiveId" clId="{C62AA357-129C-4E51-9718-458107F05071}" dt="2026-10-04T18:10:10.948" v="4777" actId="2696"/>
        <pc:sldMkLst>
          <pc:docMk/>
          <pc:sldMk cId="3808367869" sldId="385"/>
        </pc:sldMkLst>
      </pc:sldChg>
      <pc:sldChg chg="del">
        <pc:chgData name="Caroline Huang" userId="637e23276382cf25" providerId="LiveId" clId="{C62AA357-129C-4E51-9718-458107F05071}" dt="2026-10-04T17:39:37.174" v="0" actId="2696"/>
        <pc:sldMkLst>
          <pc:docMk/>
          <pc:sldMk cId="1307423825" sldId="387"/>
        </pc:sldMkLst>
      </pc:sldChg>
      <pc:sldChg chg="modSp mod">
        <pc:chgData name="Caroline Huang" userId="637e23276382cf25" providerId="LiveId" clId="{C62AA357-129C-4E51-9718-458107F05071}" dt="2026-10-04T17:43:22.560" v="866" actId="20577"/>
        <pc:sldMkLst>
          <pc:docMk/>
          <pc:sldMk cId="177401191" sldId="389"/>
        </pc:sldMkLst>
        <pc:spChg chg="mod">
          <ac:chgData name="Caroline Huang" userId="637e23276382cf25" providerId="LiveId" clId="{C62AA357-129C-4E51-9718-458107F05071}" dt="2026-10-04T17:43:22.560" v="866" actId="20577"/>
          <ac:spMkLst>
            <pc:docMk/>
            <pc:sldMk cId="177401191" sldId="389"/>
            <ac:spMk id="3" creationId="{960D71AB-B055-203D-F33E-2DCA7A5AB900}"/>
          </ac:spMkLst>
        </pc:spChg>
      </pc:sldChg>
      <pc:sldChg chg="modSp mod">
        <pc:chgData name="Caroline Huang" userId="637e23276382cf25" providerId="LiveId" clId="{C62AA357-129C-4E51-9718-458107F05071}" dt="2026-10-04T17:43:03.370" v="783" actId="20577"/>
        <pc:sldMkLst>
          <pc:docMk/>
          <pc:sldMk cId="129409664" sldId="390"/>
        </pc:sldMkLst>
        <pc:spChg chg="mod">
          <ac:chgData name="Caroline Huang" userId="637e23276382cf25" providerId="LiveId" clId="{C62AA357-129C-4E51-9718-458107F05071}" dt="2026-10-04T17:43:03.370" v="783" actId="20577"/>
          <ac:spMkLst>
            <pc:docMk/>
            <pc:sldMk cId="129409664" sldId="390"/>
            <ac:spMk id="3" creationId="{876C86DF-5160-6923-A962-B383ABC1DB26}"/>
          </ac:spMkLst>
        </pc:spChg>
      </pc:sldChg>
      <pc:sldChg chg="modSp mod">
        <pc:chgData name="Caroline Huang" userId="637e23276382cf25" providerId="LiveId" clId="{C62AA357-129C-4E51-9718-458107F05071}" dt="2026-10-04T17:45:05.711" v="1347" actId="20577"/>
        <pc:sldMkLst>
          <pc:docMk/>
          <pc:sldMk cId="3799692162" sldId="393"/>
        </pc:sldMkLst>
        <pc:spChg chg="mod">
          <ac:chgData name="Caroline Huang" userId="637e23276382cf25" providerId="LiveId" clId="{C62AA357-129C-4E51-9718-458107F05071}" dt="2026-10-04T17:43:37.491" v="891" actId="20577"/>
          <ac:spMkLst>
            <pc:docMk/>
            <pc:sldMk cId="3799692162" sldId="393"/>
            <ac:spMk id="2" creationId="{BBF58DCF-A472-E446-A7BD-90B715BADE6D}"/>
          </ac:spMkLst>
        </pc:spChg>
        <pc:spChg chg="mod">
          <ac:chgData name="Caroline Huang" userId="637e23276382cf25" providerId="LiveId" clId="{C62AA357-129C-4E51-9718-458107F05071}" dt="2026-10-04T17:45:05.711" v="1347" actId="20577"/>
          <ac:spMkLst>
            <pc:docMk/>
            <pc:sldMk cId="3799692162" sldId="393"/>
            <ac:spMk id="3" creationId="{8CF57ED6-9BB9-10DD-84D4-A9E360934778}"/>
          </ac:spMkLst>
        </pc:spChg>
      </pc:sldChg>
      <pc:sldChg chg="modSp mod">
        <pc:chgData name="Caroline Huang" userId="637e23276382cf25" providerId="LiveId" clId="{C62AA357-129C-4E51-9718-458107F05071}" dt="2026-10-04T17:47:16.138" v="1918" actId="20577"/>
        <pc:sldMkLst>
          <pc:docMk/>
          <pc:sldMk cId="2362679890" sldId="394"/>
        </pc:sldMkLst>
        <pc:spChg chg="mod">
          <ac:chgData name="Caroline Huang" userId="637e23276382cf25" providerId="LiveId" clId="{C62AA357-129C-4E51-9718-458107F05071}" dt="2026-10-04T17:45:29.140" v="1389" actId="20577"/>
          <ac:spMkLst>
            <pc:docMk/>
            <pc:sldMk cId="2362679890" sldId="394"/>
            <ac:spMk id="2" creationId="{99F5F3DF-EC67-C8C7-BAA2-2E4243EBCAF0}"/>
          </ac:spMkLst>
        </pc:spChg>
        <pc:spChg chg="mod">
          <ac:chgData name="Caroline Huang" userId="637e23276382cf25" providerId="LiveId" clId="{C62AA357-129C-4E51-9718-458107F05071}" dt="2026-10-04T17:47:16.138" v="1918" actId="20577"/>
          <ac:spMkLst>
            <pc:docMk/>
            <pc:sldMk cId="2362679890" sldId="394"/>
            <ac:spMk id="3" creationId="{CB3E4E5A-BB6A-74B0-821F-C128A4481588}"/>
          </ac:spMkLst>
        </pc:spChg>
      </pc:sldChg>
      <pc:sldChg chg="addSp delSp modSp add mod">
        <pc:chgData name="Caroline Huang" userId="637e23276382cf25" providerId="LiveId" clId="{C62AA357-129C-4E51-9718-458107F05071}" dt="2026-10-04T17:47:58.287" v="1950" actId="1076"/>
        <pc:sldMkLst>
          <pc:docMk/>
          <pc:sldMk cId="4014972151" sldId="395"/>
        </pc:sldMkLst>
        <pc:spChg chg="mod">
          <ac:chgData name="Caroline Huang" userId="637e23276382cf25" providerId="LiveId" clId="{C62AA357-129C-4E51-9718-458107F05071}" dt="2026-10-04T17:45:12.442" v="1370" actId="20577"/>
          <ac:spMkLst>
            <pc:docMk/>
            <pc:sldMk cId="4014972151" sldId="395"/>
            <ac:spMk id="2" creationId="{3AD7ED9A-8031-0795-17E0-B6AB288CED31}"/>
          </ac:spMkLst>
        </pc:spChg>
        <pc:spChg chg="del">
          <ac:chgData name="Caroline Huang" userId="637e23276382cf25" providerId="LiveId" clId="{C62AA357-129C-4E51-9718-458107F05071}" dt="2026-10-04T17:45:15.022" v="1371" actId="478"/>
          <ac:spMkLst>
            <pc:docMk/>
            <pc:sldMk cId="4014972151" sldId="395"/>
            <ac:spMk id="3" creationId="{E8BF77FF-07AA-C1E7-E0C7-92DE74AE55BF}"/>
          </ac:spMkLst>
        </pc:spChg>
        <pc:picChg chg="add mod">
          <ac:chgData name="Caroline Huang" userId="637e23276382cf25" providerId="LiveId" clId="{C62AA357-129C-4E51-9718-458107F05071}" dt="2026-10-04T17:47:58.287" v="1950" actId="1076"/>
          <ac:picMkLst>
            <pc:docMk/>
            <pc:sldMk cId="4014972151" sldId="395"/>
            <ac:picMk id="6" creationId="{8E1BEEA6-DF04-21E7-B29B-04D1CC055932}"/>
          </ac:picMkLst>
        </pc:picChg>
      </pc:sldChg>
      <pc:sldChg chg="addSp delSp modSp add mod">
        <pc:chgData name="Caroline Huang" userId="637e23276382cf25" providerId="LiveId" clId="{C62AA357-129C-4E51-9718-458107F05071}" dt="2026-10-04T17:48:52.166" v="1955" actId="1076"/>
        <pc:sldMkLst>
          <pc:docMk/>
          <pc:sldMk cId="3218567944" sldId="396"/>
        </pc:sldMkLst>
        <pc:spChg chg="mod">
          <ac:chgData name="Caroline Huang" userId="637e23276382cf25" providerId="LiveId" clId="{C62AA357-129C-4E51-9718-458107F05071}" dt="2026-10-04T17:47:26.645" v="1943" actId="20577"/>
          <ac:spMkLst>
            <pc:docMk/>
            <pc:sldMk cId="3218567944" sldId="396"/>
            <ac:spMk id="2" creationId="{168E3C15-7A7A-812D-B341-C866E2A1EB98}"/>
          </ac:spMkLst>
        </pc:spChg>
        <pc:spChg chg="del">
          <ac:chgData name="Caroline Huang" userId="637e23276382cf25" providerId="LiveId" clId="{C62AA357-129C-4E51-9718-458107F05071}" dt="2026-10-04T17:47:42.780" v="1944" actId="478"/>
          <ac:spMkLst>
            <pc:docMk/>
            <pc:sldMk cId="3218567944" sldId="396"/>
            <ac:spMk id="3" creationId="{04FC4EC8-F3F8-A29E-4D14-AA18F0DCE526}"/>
          </ac:spMkLst>
        </pc:spChg>
        <pc:spChg chg="add del mod">
          <ac:chgData name="Caroline Huang" userId="637e23276382cf25" providerId="LiveId" clId="{C62AA357-129C-4E51-9718-458107F05071}" dt="2026-10-04T17:47:45.576" v="1946" actId="478"/>
          <ac:spMkLst>
            <pc:docMk/>
            <pc:sldMk cId="3218567944" sldId="396"/>
            <ac:spMk id="6" creationId="{D618E57F-4174-9997-2F8B-C69F76FCD201}"/>
          </ac:spMkLst>
        </pc:spChg>
        <pc:picChg chg="add del mod">
          <ac:chgData name="Caroline Huang" userId="637e23276382cf25" providerId="LiveId" clId="{C62AA357-129C-4E51-9718-458107F05071}" dt="2026-10-04T17:48:44.923" v="1952" actId="478"/>
          <ac:picMkLst>
            <pc:docMk/>
            <pc:sldMk cId="3218567944" sldId="396"/>
            <ac:picMk id="8" creationId="{E642B789-AE18-A089-658E-CF2B426A855B}"/>
          </ac:picMkLst>
        </pc:picChg>
        <pc:picChg chg="add mod">
          <ac:chgData name="Caroline Huang" userId="637e23276382cf25" providerId="LiveId" clId="{C62AA357-129C-4E51-9718-458107F05071}" dt="2026-10-04T17:48:52.166" v="1955" actId="1076"/>
          <ac:picMkLst>
            <pc:docMk/>
            <pc:sldMk cId="3218567944" sldId="396"/>
            <ac:picMk id="10" creationId="{48DA8DA8-05AF-ACBD-D353-C6CC40F8D40A}"/>
          </ac:picMkLst>
        </pc:picChg>
      </pc:sldChg>
      <pc:sldChg chg="modSp add mod ord">
        <pc:chgData name="Caroline Huang" userId="637e23276382cf25" providerId="LiveId" clId="{C62AA357-129C-4E51-9718-458107F05071}" dt="2026-10-04T17:49:06.238" v="1976" actId="20577"/>
        <pc:sldMkLst>
          <pc:docMk/>
          <pc:sldMk cId="605230303" sldId="397"/>
        </pc:sldMkLst>
        <pc:spChg chg="mod">
          <ac:chgData name="Caroline Huang" userId="637e23276382cf25" providerId="LiveId" clId="{C62AA357-129C-4E51-9718-458107F05071}" dt="2026-10-04T17:49:06.238" v="1976" actId="20577"/>
          <ac:spMkLst>
            <pc:docMk/>
            <pc:sldMk cId="605230303" sldId="397"/>
            <ac:spMk id="2" creationId="{9F81DE79-C322-EB02-C020-15FBC4EFF8F3}"/>
          </ac:spMkLst>
        </pc:spChg>
      </pc:sldChg>
      <pc:sldChg chg="add del">
        <pc:chgData name="Caroline Huang" userId="637e23276382cf25" providerId="LiveId" clId="{C62AA357-129C-4E51-9718-458107F05071}" dt="2026-10-04T17:48:53.930" v="1956" actId="47"/>
        <pc:sldMkLst>
          <pc:docMk/>
          <pc:sldMk cId="970323252" sldId="397"/>
        </pc:sldMkLst>
      </pc:sldChg>
      <pc:sldChg chg="addSp delSp modSp add mod ord">
        <pc:chgData name="Caroline Huang" userId="637e23276382cf25" providerId="LiveId" clId="{C62AA357-129C-4E51-9718-458107F05071}" dt="2026-10-04T17:52:31.664" v="2886" actId="22"/>
        <pc:sldMkLst>
          <pc:docMk/>
          <pc:sldMk cId="1498066369" sldId="398"/>
        </pc:sldMkLst>
        <pc:spChg chg="mod">
          <ac:chgData name="Caroline Huang" userId="637e23276382cf25" providerId="LiveId" clId="{C62AA357-129C-4E51-9718-458107F05071}" dt="2026-10-04T17:49:14.826" v="1988" actId="20577"/>
          <ac:spMkLst>
            <pc:docMk/>
            <pc:sldMk cId="1498066369" sldId="398"/>
            <ac:spMk id="2" creationId="{B4078902-93B5-5AFD-2DBF-BCB91EEF23CC}"/>
          </ac:spMkLst>
        </pc:spChg>
        <pc:spChg chg="mod">
          <ac:chgData name="Caroline Huang" userId="637e23276382cf25" providerId="LiveId" clId="{C62AA357-129C-4E51-9718-458107F05071}" dt="2026-10-04T17:52:29.801" v="2884" actId="14"/>
          <ac:spMkLst>
            <pc:docMk/>
            <pc:sldMk cId="1498066369" sldId="398"/>
            <ac:spMk id="3" creationId="{C0328EA5-75F2-1983-A1C8-7961D1498670}"/>
          </ac:spMkLst>
        </pc:spChg>
        <pc:picChg chg="add del">
          <ac:chgData name="Caroline Huang" userId="637e23276382cf25" providerId="LiveId" clId="{C62AA357-129C-4E51-9718-458107F05071}" dt="2026-10-04T17:52:31.664" v="2886" actId="22"/>
          <ac:picMkLst>
            <pc:docMk/>
            <pc:sldMk cId="1498066369" sldId="398"/>
            <ac:picMk id="6" creationId="{493B4684-D1D6-E497-2C21-C774BE8FEF43}"/>
          </ac:picMkLst>
        </pc:picChg>
      </pc:sldChg>
      <pc:sldChg chg="addSp delSp modSp add mod">
        <pc:chgData name="Caroline Huang" userId="637e23276382cf25" providerId="LiveId" clId="{C62AA357-129C-4E51-9718-458107F05071}" dt="2026-10-04T17:52:44.337" v="2892" actId="1076"/>
        <pc:sldMkLst>
          <pc:docMk/>
          <pc:sldMk cId="1684696493" sldId="399"/>
        </pc:sldMkLst>
        <pc:spChg chg="del">
          <ac:chgData name="Caroline Huang" userId="637e23276382cf25" providerId="LiveId" clId="{C62AA357-129C-4E51-9718-458107F05071}" dt="2026-10-04T17:52:36.474" v="2888" actId="478"/>
          <ac:spMkLst>
            <pc:docMk/>
            <pc:sldMk cId="1684696493" sldId="399"/>
            <ac:spMk id="3" creationId="{FD7C5AFC-9C6D-4B2C-26D4-EE1F6EB4DF54}"/>
          </ac:spMkLst>
        </pc:spChg>
        <pc:spChg chg="add del mod">
          <ac:chgData name="Caroline Huang" userId="637e23276382cf25" providerId="LiveId" clId="{C62AA357-129C-4E51-9718-458107F05071}" dt="2026-10-04T17:52:38.695" v="2890" actId="478"/>
          <ac:spMkLst>
            <pc:docMk/>
            <pc:sldMk cId="1684696493" sldId="399"/>
            <ac:spMk id="6" creationId="{F9A1ECC0-436C-19DD-EBE0-11E46C643FCE}"/>
          </ac:spMkLst>
        </pc:spChg>
        <pc:picChg chg="add mod">
          <ac:chgData name="Caroline Huang" userId="637e23276382cf25" providerId="LiveId" clId="{C62AA357-129C-4E51-9718-458107F05071}" dt="2026-10-04T17:52:44.337" v="2892" actId="1076"/>
          <ac:picMkLst>
            <pc:docMk/>
            <pc:sldMk cId="1684696493" sldId="399"/>
            <ac:picMk id="8" creationId="{E1B5373B-BC9F-6DF7-4B21-8F9A9C57A529}"/>
          </ac:picMkLst>
        </pc:picChg>
      </pc:sldChg>
      <pc:sldChg chg="new add del">
        <pc:chgData name="Caroline Huang" userId="637e23276382cf25" providerId="LiveId" clId="{C62AA357-129C-4E51-9718-458107F05071}" dt="2026-10-04T17:55:46.661" v="3194" actId="680"/>
        <pc:sldMkLst>
          <pc:docMk/>
          <pc:sldMk cId="408914309" sldId="400"/>
        </pc:sldMkLst>
      </pc:sldChg>
      <pc:sldChg chg="delSp modSp add mod">
        <pc:chgData name="Caroline Huang" userId="637e23276382cf25" providerId="LiveId" clId="{C62AA357-129C-4E51-9718-458107F05071}" dt="2026-10-04T18:01:09.710" v="3238" actId="1076"/>
        <pc:sldMkLst>
          <pc:docMk/>
          <pc:sldMk cId="937413884" sldId="400"/>
        </pc:sldMkLst>
        <pc:picChg chg="del">
          <ac:chgData name="Caroline Huang" userId="637e23276382cf25" providerId="LiveId" clId="{C62AA357-129C-4E51-9718-458107F05071}" dt="2026-10-04T17:57:03.900" v="3219" actId="478"/>
          <ac:picMkLst>
            <pc:docMk/>
            <pc:sldMk cId="937413884" sldId="400"/>
            <ac:picMk id="10" creationId="{AA001DD2-C7F8-85C4-D0CA-B08D6DD4FC94}"/>
          </ac:picMkLst>
        </pc:picChg>
        <pc:picChg chg="mod">
          <ac:chgData name="Caroline Huang" userId="637e23276382cf25" providerId="LiveId" clId="{C62AA357-129C-4E51-9718-458107F05071}" dt="2026-10-04T18:01:09.710" v="3238" actId="1076"/>
          <ac:picMkLst>
            <pc:docMk/>
            <pc:sldMk cId="937413884" sldId="400"/>
            <ac:picMk id="12" creationId="{1A2629EB-82B2-9FF4-6A21-E07809BC1BD3}"/>
          </ac:picMkLst>
        </pc:picChg>
      </pc:sldChg>
      <pc:sldChg chg="addSp delSp modSp add mod">
        <pc:chgData name="Caroline Huang" userId="637e23276382cf25" providerId="LiveId" clId="{C62AA357-129C-4E51-9718-458107F05071}" dt="2026-10-04T18:02:37.953" v="3249" actId="1076"/>
        <pc:sldMkLst>
          <pc:docMk/>
          <pc:sldMk cId="3393081928" sldId="401"/>
        </pc:sldMkLst>
        <pc:picChg chg="add del mod">
          <ac:chgData name="Caroline Huang" userId="637e23276382cf25" providerId="LiveId" clId="{C62AA357-129C-4E51-9718-458107F05071}" dt="2026-10-04T18:02:33.239" v="3246" actId="478"/>
          <ac:picMkLst>
            <pc:docMk/>
            <pc:sldMk cId="3393081928" sldId="401"/>
            <ac:picMk id="5" creationId="{107A029F-CD66-D845-9D34-443CB7E8DF3C}"/>
          </ac:picMkLst>
        </pc:picChg>
        <pc:picChg chg="add mod">
          <ac:chgData name="Caroline Huang" userId="637e23276382cf25" providerId="LiveId" clId="{C62AA357-129C-4E51-9718-458107F05071}" dt="2026-10-04T18:02:37.953" v="3249" actId="1076"/>
          <ac:picMkLst>
            <pc:docMk/>
            <pc:sldMk cId="3393081928" sldId="401"/>
            <ac:picMk id="7" creationId="{D270FAAC-1AF2-91C8-B6D2-1608CE3B4CD1}"/>
          </ac:picMkLst>
        </pc:picChg>
        <pc:picChg chg="del">
          <ac:chgData name="Caroline Huang" userId="637e23276382cf25" providerId="LiveId" clId="{C62AA357-129C-4E51-9718-458107F05071}" dt="2026-10-04T18:01:52.193" v="3240" actId="478"/>
          <ac:picMkLst>
            <pc:docMk/>
            <pc:sldMk cId="3393081928" sldId="401"/>
            <ac:picMk id="12" creationId="{031281B4-4F1E-144A-B96D-19B87B52AE23}"/>
          </ac:picMkLst>
        </pc:picChg>
      </pc:sldChg>
      <pc:sldChg chg="modSp add mod">
        <pc:chgData name="Caroline Huang" userId="637e23276382cf25" providerId="LiveId" clId="{C62AA357-129C-4E51-9718-458107F05071}" dt="2026-10-04T18:09:24.987" v="4561" actId="20577"/>
        <pc:sldMkLst>
          <pc:docMk/>
          <pc:sldMk cId="2133475131" sldId="402"/>
        </pc:sldMkLst>
        <pc:spChg chg="mod">
          <ac:chgData name="Caroline Huang" userId="637e23276382cf25" providerId="LiveId" clId="{C62AA357-129C-4E51-9718-458107F05071}" dt="2026-10-04T18:08:21.230" v="4190" actId="20577"/>
          <ac:spMkLst>
            <pc:docMk/>
            <pc:sldMk cId="2133475131" sldId="402"/>
            <ac:spMk id="2" creationId="{EBB6278E-DB15-9F66-EB9C-C082E185B7AD}"/>
          </ac:spMkLst>
        </pc:spChg>
        <pc:spChg chg="mod">
          <ac:chgData name="Caroline Huang" userId="637e23276382cf25" providerId="LiveId" clId="{C62AA357-129C-4E51-9718-458107F05071}" dt="2026-10-04T18:09:24.987" v="4561" actId="20577"/>
          <ac:spMkLst>
            <pc:docMk/>
            <pc:sldMk cId="2133475131" sldId="402"/>
            <ac:spMk id="3" creationId="{0D8A8798-7545-DFDE-F594-605768619AC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dirty="0">
              <a:solidFill>
                <a:schemeClr val="tx2"/>
              </a:solidFill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73C59C-4E16-4A64-A766-34DB213E11B3}" type="datetimeFigureOut">
              <a:rPr lang="en-US">
                <a:solidFill>
                  <a:schemeClr val="tx2"/>
                </a:solidFill>
              </a:rPr>
              <a:t>10/4/2026</a:t>
            </a:fld>
            <a:endParaRPr dirty="0">
              <a:solidFill>
                <a:schemeClr val="tx2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dirty="0">
              <a:solidFill>
                <a:schemeClr val="tx2"/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FD77566-CD65-4859-9FA1-43956DC85B8C}" type="slidenum">
              <a:rPr>
                <a:solidFill>
                  <a:schemeClr val="tx2"/>
                </a:solidFill>
              </a:rPr>
              <a:t>‹#›</a:t>
            </a:fld>
            <a:endParaRPr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879837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solidFill>
                  <a:schemeClr val="tx2"/>
                </a:solidFill>
              </a:defRPr>
            </a:lvl1pPr>
          </a:lstStyle>
          <a:p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F95CF31C-F757-429C-A789-86504F04C3BE}" type="datetimeFigureOut">
              <a:rPr lang="en-US"/>
              <a:pPr/>
              <a:t>10/4/2026</a:t>
            </a:fld>
            <a:endParaRPr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solidFill>
                  <a:schemeClr val="tx2"/>
                </a:solidFill>
              </a:defRPr>
            </a:lvl1pPr>
          </a:lstStyle>
          <a:p>
            <a:endParaRPr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B8796F01-7154-41E0-B48B-A6921757531A}" type="slidenum">
              <a:rPr/>
              <a:p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40775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8987" rtl="0" eaLnBrk="1" latinLnBrk="0" hangingPunct="1">
      <a:defRPr sz="1600" kern="1200">
        <a:solidFill>
          <a:schemeClr val="tx2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1600" kern="1200">
        <a:solidFill>
          <a:schemeClr val="tx2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1600" kern="1200">
        <a:solidFill>
          <a:schemeClr val="tx2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1600" kern="1200">
        <a:solidFill>
          <a:schemeClr val="tx2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1600" kern="1200">
        <a:solidFill>
          <a:schemeClr val="tx2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B9ECE05-B050-7B30-3DCF-C5545D98DE65}"/>
              </a:ext>
            </a:extLst>
          </p:cNvPr>
          <p:cNvSpPr/>
          <p:nvPr userDrawn="1"/>
        </p:nvSpPr>
        <p:spPr>
          <a:xfrm>
            <a:off x="510258" y="457200"/>
            <a:ext cx="2536154" cy="5943596"/>
          </a:xfrm>
          <a:prstGeom prst="roundRect">
            <a:avLst>
              <a:gd name="adj" fmla="val 7059"/>
            </a:avLst>
          </a:prstGeom>
          <a:pattFill prst="lgGrid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noFill/>
          </a:ln>
          <a:effectLst>
            <a:outerShdw blurRad="50800" dist="38100" dir="8100000" algn="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C22D5FD-B448-8027-71A7-A11456078B6D}"/>
              </a:ext>
            </a:extLst>
          </p:cNvPr>
          <p:cNvCxnSpPr>
            <a:cxnSpLocks/>
          </p:cNvCxnSpPr>
          <p:nvPr userDrawn="1"/>
        </p:nvCxnSpPr>
        <p:spPr>
          <a:xfrm>
            <a:off x="3633718" y="5867400"/>
            <a:ext cx="7718494" cy="0"/>
          </a:xfrm>
          <a:prstGeom prst="line">
            <a:avLst/>
          </a:prstGeom>
          <a:ln w="12700">
            <a:solidFill>
              <a:schemeClr val="accent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C8EBBE6-6915-B802-3D14-AC978526159B}"/>
              </a:ext>
            </a:extLst>
          </p:cNvPr>
          <p:cNvCxnSpPr>
            <a:cxnSpLocks/>
          </p:cNvCxnSpPr>
          <p:nvPr userDrawn="1"/>
        </p:nvCxnSpPr>
        <p:spPr>
          <a:xfrm>
            <a:off x="3579812" y="533400"/>
            <a:ext cx="7718494" cy="0"/>
          </a:xfrm>
          <a:prstGeom prst="line">
            <a:avLst/>
          </a:prstGeom>
          <a:ln w="12700">
            <a:solidFill>
              <a:schemeClr val="accent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Graphic 7">
            <a:extLst>
              <a:ext uri="{FF2B5EF4-FFF2-40B4-BE49-F238E27FC236}">
                <a16:creationId xmlns:a16="http://schemas.microsoft.com/office/drawing/2014/main" id="{AB212E51-D8DB-B639-E7DA-F86F419C5F4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39459" t="-608" r="-10838" b="608"/>
          <a:stretch/>
        </p:blipFill>
        <p:spPr>
          <a:xfrm>
            <a:off x="0" y="152400"/>
            <a:ext cx="2621866" cy="36576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E8A66AED-7478-A6F8-0751-3E5DC9ABF3C7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2955" t="-1334" r="-10741" b="23144"/>
          <a:stretch/>
        </p:blipFill>
        <p:spPr>
          <a:xfrm>
            <a:off x="-23143" y="4572000"/>
            <a:ext cx="2645009" cy="2285997"/>
          </a:xfrm>
          <a:prstGeom prst="rect">
            <a:avLst/>
          </a:prstGeom>
        </p:spPr>
      </p:pic>
      <p:sp>
        <p:nvSpPr>
          <p:cNvPr id="13" name="Cross 12">
            <a:extLst>
              <a:ext uri="{FF2B5EF4-FFF2-40B4-BE49-F238E27FC236}">
                <a16:creationId xmlns:a16="http://schemas.microsoft.com/office/drawing/2014/main" id="{C63DA051-BF33-1B86-4044-74230090E9FB}"/>
              </a:ext>
            </a:extLst>
          </p:cNvPr>
          <p:cNvSpPr/>
          <p:nvPr userDrawn="1"/>
        </p:nvSpPr>
        <p:spPr>
          <a:xfrm rot="2700000">
            <a:off x="1629286" y="3973178"/>
            <a:ext cx="906072" cy="906072"/>
          </a:xfrm>
          <a:prstGeom prst="plus">
            <a:avLst>
              <a:gd name="adj" fmla="val 34886"/>
            </a:avLst>
          </a:prstGeom>
          <a:solidFill>
            <a:schemeClr val="accent2">
              <a:lumMod val="50000"/>
            </a:schemeClr>
          </a:soli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A6DF71BF-D5D9-31A1-CEAF-F4E7C8A059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4448" y="530352"/>
            <a:ext cx="7772400" cy="2862072"/>
          </a:xfrm>
        </p:spPr>
        <p:txBody>
          <a:bodyPr>
            <a:normAutofit/>
          </a:bodyPr>
          <a:lstStyle>
            <a:lvl1pPr>
              <a:defRPr sz="5400">
                <a:ln w="31750">
                  <a:solidFill>
                    <a:schemeClr val="accent2">
                      <a:lumMod val="50000"/>
                    </a:schemeClr>
                  </a:solidFill>
                </a:ln>
                <a:noFill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2A4C88CD-A074-B135-5A75-C4741BD9B5B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30168" y="3557016"/>
            <a:ext cx="7772401" cy="106680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400" b="1" baseline="0">
                <a:solidFill>
                  <a:schemeClr val="accent2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Date Placeholder 16">
            <a:extLst>
              <a:ext uri="{FF2B5EF4-FFF2-40B4-BE49-F238E27FC236}">
                <a16:creationId xmlns:a16="http://schemas.microsoft.com/office/drawing/2014/main" id="{2075259E-8BB2-0D8E-6ADD-F8B54ACCAD6A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3630168" y="6190488"/>
            <a:ext cx="1446212" cy="210312"/>
          </a:xfrm>
        </p:spPr>
        <p:txBody>
          <a:bodyPr/>
          <a:lstStyle/>
          <a:p>
            <a:r>
              <a:rPr lang="en-US"/>
              <a:t>00/00/00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35617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F16A8B2-4BAA-8F8D-2CE9-706C27AE925A}"/>
              </a:ext>
            </a:extLst>
          </p:cNvPr>
          <p:cNvCxnSpPr>
            <a:cxnSpLocks/>
          </p:cNvCxnSpPr>
          <p:nvPr userDrawn="1"/>
        </p:nvCxnSpPr>
        <p:spPr>
          <a:xfrm>
            <a:off x="581992" y="5867400"/>
            <a:ext cx="10770220" cy="0"/>
          </a:xfrm>
          <a:prstGeom prst="line">
            <a:avLst/>
          </a:prstGeom>
          <a:ln w="12700">
            <a:solidFill>
              <a:schemeClr val="accent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B641735-36B7-52D8-E03C-1439B1FB47A4}"/>
              </a:ext>
            </a:extLst>
          </p:cNvPr>
          <p:cNvSpPr/>
          <p:nvPr userDrawn="1"/>
        </p:nvSpPr>
        <p:spPr>
          <a:xfrm>
            <a:off x="581992" y="609607"/>
            <a:ext cx="11024839" cy="4800587"/>
          </a:xfrm>
          <a:prstGeom prst="roundRect">
            <a:avLst>
              <a:gd name="adj" fmla="val 7059"/>
            </a:avLst>
          </a:prstGeom>
          <a:pattFill prst="lgGrid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noFill/>
          </a:ln>
          <a:effectLst>
            <a:outerShdw blurRad="50800" dist="38100" dir="8100000" algn="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D0D9BC6A-356D-697A-BCD9-0D44A3E3DFC3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2955" t="-1334" r="-10741" b="23144"/>
          <a:stretch/>
        </p:blipFill>
        <p:spPr>
          <a:xfrm>
            <a:off x="-11572" y="3526154"/>
            <a:ext cx="3896184" cy="3367348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6593DD4A-A75F-4357-2B59-697A1C674E0A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9459" t="46841" r="-10838" b="608"/>
          <a:stretch/>
        </p:blipFill>
        <p:spPr>
          <a:xfrm rot="5400000">
            <a:off x="8882003" y="511012"/>
            <a:ext cx="3829404" cy="2807380"/>
          </a:xfrm>
          <a:prstGeom prst="rect">
            <a:avLst/>
          </a:prstGeom>
        </p:spPr>
      </p:pic>
      <p:sp>
        <p:nvSpPr>
          <p:cNvPr id="13" name="Cross 12">
            <a:extLst>
              <a:ext uri="{FF2B5EF4-FFF2-40B4-BE49-F238E27FC236}">
                <a16:creationId xmlns:a16="http://schemas.microsoft.com/office/drawing/2014/main" id="{AAB9172C-B63E-463A-A818-BF950ABB7594}"/>
              </a:ext>
            </a:extLst>
          </p:cNvPr>
          <p:cNvSpPr/>
          <p:nvPr userDrawn="1"/>
        </p:nvSpPr>
        <p:spPr>
          <a:xfrm rot="2700000">
            <a:off x="8002508" y="156571"/>
            <a:ext cx="906072" cy="906072"/>
          </a:xfrm>
          <a:prstGeom prst="plus">
            <a:avLst>
              <a:gd name="adj" fmla="val 34886"/>
            </a:avLst>
          </a:prstGeom>
          <a:solidFill>
            <a:schemeClr val="accent2">
              <a:lumMod val="50000"/>
            </a:schemeClr>
          </a:soli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61E30655-37C1-C099-C052-42E22DEB3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612" y="1664208"/>
            <a:ext cx="10515600" cy="2852928"/>
          </a:xfrm>
        </p:spPr>
        <p:txBody>
          <a:bodyPr anchor="ctr">
            <a:normAutofit/>
          </a:bodyPr>
          <a:lstStyle>
            <a:lvl1pPr algn="ctr">
              <a:defRPr sz="5400" baseline="0">
                <a:ln w="25400">
                  <a:solidFill>
                    <a:schemeClr val="accent2">
                      <a:lumMod val="50000"/>
                    </a:schemeClr>
                  </a:solidFill>
                </a:ln>
                <a:solidFill>
                  <a:schemeClr val="accent2">
                    <a:lumMod val="20000"/>
                    <a:lumOff val="8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18797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nd imag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7186880-CD09-DC04-9274-F034B5114CCA}"/>
              </a:ext>
            </a:extLst>
          </p:cNvPr>
          <p:cNvSpPr/>
          <p:nvPr/>
        </p:nvSpPr>
        <p:spPr>
          <a:xfrm>
            <a:off x="7058712" y="457200"/>
            <a:ext cx="4270195" cy="5943596"/>
          </a:xfrm>
          <a:prstGeom prst="roundRect">
            <a:avLst>
              <a:gd name="adj" fmla="val 7059"/>
            </a:avLst>
          </a:prstGeom>
          <a:pattFill prst="lgGrid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noFill/>
          </a:ln>
          <a:effectLst>
            <a:outerShdw blurRad="50800" dist="38100" dir="8100000" algn="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1417EF5D-30FC-FBAC-6DFD-E552A7C34F72}"/>
              </a:ext>
            </a:extLst>
          </p:cNvPr>
          <p:cNvSpPr/>
          <p:nvPr userDrawn="1"/>
        </p:nvSpPr>
        <p:spPr>
          <a:xfrm>
            <a:off x="6690589" y="136544"/>
            <a:ext cx="2053087" cy="2042679"/>
          </a:xfrm>
          <a:custGeom>
            <a:avLst/>
            <a:gdLst>
              <a:gd name="connsiteX0" fmla="*/ 1003609 w 2053087"/>
              <a:gd name="connsiteY0" fmla="*/ 1320 h 2042679"/>
              <a:gd name="connsiteX1" fmla="*/ 1369847 w 2053087"/>
              <a:gd name="connsiteY1" fmla="*/ 354620 h 2042679"/>
              <a:gd name="connsiteX2" fmla="*/ 1365832 w 2053087"/>
              <a:gd name="connsiteY2" fmla="*/ 494672 h 2042679"/>
              <a:gd name="connsiteX3" fmla="*/ 1483290 w 2053087"/>
              <a:gd name="connsiteY3" fmla="*/ 417646 h 2042679"/>
              <a:gd name="connsiteX4" fmla="*/ 2014463 w 2053087"/>
              <a:gd name="connsiteY4" fmla="*/ 610796 h 2042679"/>
              <a:gd name="connsiteX5" fmla="*/ 1823223 w 2053087"/>
              <a:gd name="connsiteY5" fmla="*/ 1145905 h 2042679"/>
              <a:gd name="connsiteX6" fmla="*/ 1689077 w 2053087"/>
              <a:gd name="connsiteY6" fmla="*/ 1184929 h 2042679"/>
              <a:gd name="connsiteX7" fmla="*/ 1798709 w 2053087"/>
              <a:gd name="connsiteY7" fmla="*/ 1272173 h 2042679"/>
              <a:gd name="connsiteX8" fmla="*/ 1801644 w 2053087"/>
              <a:gd name="connsiteY8" fmla="*/ 1275417 h 2042679"/>
              <a:gd name="connsiteX9" fmla="*/ 1778760 w 2053087"/>
              <a:gd name="connsiteY9" fmla="*/ 1843212 h 2042679"/>
              <a:gd name="connsiteX10" fmla="*/ 1210966 w 2053087"/>
              <a:gd name="connsiteY10" fmla="*/ 1820327 h 2042679"/>
              <a:gd name="connsiteX11" fmla="*/ 1132747 w 2053087"/>
              <a:gd name="connsiteY11" fmla="*/ 1704421 h 2042679"/>
              <a:gd name="connsiteX12" fmla="*/ 1083207 w 2053087"/>
              <a:gd name="connsiteY12" fmla="*/ 1835633 h 2042679"/>
              <a:gd name="connsiteX13" fmla="*/ 536673 w 2053087"/>
              <a:gd name="connsiteY13" fmla="*/ 1992471 h 2042679"/>
              <a:gd name="connsiteX14" fmla="*/ 379835 w 2053087"/>
              <a:gd name="connsiteY14" fmla="*/ 1445938 h 2042679"/>
              <a:gd name="connsiteX15" fmla="*/ 465527 w 2053087"/>
              <a:gd name="connsiteY15" fmla="*/ 1335114 h 2042679"/>
              <a:gd name="connsiteX16" fmla="*/ 325117 w 2053087"/>
              <a:gd name="connsiteY16" fmla="*/ 1328354 h 2042679"/>
              <a:gd name="connsiteX17" fmla="*/ 7398 w 2053087"/>
              <a:gd name="connsiteY17" fmla="*/ 857547 h 2042679"/>
              <a:gd name="connsiteX18" fmla="*/ 478205 w 2053087"/>
              <a:gd name="connsiteY18" fmla="*/ 539830 h 2042679"/>
              <a:gd name="connsiteX19" fmla="*/ 609919 w 2053087"/>
              <a:gd name="connsiteY19" fmla="*/ 586793 h 2042679"/>
              <a:gd name="connsiteX20" fmla="*/ 572088 w 2053087"/>
              <a:gd name="connsiteY20" fmla="*/ 451096 h 2042679"/>
              <a:gd name="connsiteX21" fmla="*/ 922037 w 2053087"/>
              <a:gd name="connsiteY21" fmla="*/ 2953 h 2042679"/>
              <a:gd name="connsiteX22" fmla="*/ 1003609 w 2053087"/>
              <a:gd name="connsiteY22" fmla="*/ 1320 h 20426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2053087" h="2042679">
                <a:moveTo>
                  <a:pt x="1003609" y="1320"/>
                </a:moveTo>
                <a:cubicBezTo>
                  <a:pt x="1190309" y="16473"/>
                  <a:pt x="1346681" y="160602"/>
                  <a:pt x="1369847" y="354620"/>
                </a:cubicBezTo>
                <a:cubicBezTo>
                  <a:pt x="1375086" y="401095"/>
                  <a:pt x="1373978" y="448121"/>
                  <a:pt x="1365832" y="494672"/>
                </a:cubicBezTo>
                <a:cubicBezTo>
                  <a:pt x="1401182" y="464099"/>
                  <a:pt x="1441018" y="437962"/>
                  <a:pt x="1483290" y="417646"/>
                </a:cubicBezTo>
                <a:cubicBezTo>
                  <a:pt x="1683890" y="325566"/>
                  <a:pt x="1920331" y="411579"/>
                  <a:pt x="2014463" y="610796"/>
                </a:cubicBezTo>
                <a:cubicBezTo>
                  <a:pt x="2109287" y="811038"/>
                  <a:pt x="2023465" y="1051081"/>
                  <a:pt x="1823223" y="1145905"/>
                </a:cubicBezTo>
                <a:cubicBezTo>
                  <a:pt x="1781118" y="1165362"/>
                  <a:pt x="1735719" y="1178832"/>
                  <a:pt x="1689077" y="1184929"/>
                </a:cubicBezTo>
                <a:cubicBezTo>
                  <a:pt x="1729023" y="1208729"/>
                  <a:pt x="1766084" y="1238207"/>
                  <a:pt x="1798709" y="1272173"/>
                </a:cubicBezTo>
                <a:cubicBezTo>
                  <a:pt x="1799401" y="1273198"/>
                  <a:pt x="1800952" y="1274391"/>
                  <a:pt x="1801644" y="1275417"/>
                </a:cubicBezTo>
                <a:cubicBezTo>
                  <a:pt x="1952717" y="1438446"/>
                  <a:pt x="1941624" y="1692998"/>
                  <a:pt x="1778760" y="1843212"/>
                </a:cubicBezTo>
                <a:cubicBezTo>
                  <a:pt x="1615730" y="1994283"/>
                  <a:pt x="1361178" y="1983191"/>
                  <a:pt x="1210966" y="1820327"/>
                </a:cubicBezTo>
                <a:cubicBezTo>
                  <a:pt x="1179367" y="1785669"/>
                  <a:pt x="1153063" y="1746692"/>
                  <a:pt x="1132747" y="1704421"/>
                </a:cubicBezTo>
                <a:cubicBezTo>
                  <a:pt x="1122191" y="1749612"/>
                  <a:pt x="1105455" y="1794495"/>
                  <a:pt x="1083207" y="1835633"/>
                </a:cubicBezTo>
                <a:cubicBezTo>
                  <a:pt x="976018" y="2029636"/>
                  <a:pt x="730675" y="2099660"/>
                  <a:pt x="536673" y="1992471"/>
                </a:cubicBezTo>
                <a:cubicBezTo>
                  <a:pt x="342671" y="1885282"/>
                  <a:pt x="272646" y="1639939"/>
                  <a:pt x="379835" y="1445938"/>
                </a:cubicBezTo>
                <a:cubicBezTo>
                  <a:pt x="402942" y="1404966"/>
                  <a:pt x="431562" y="1367738"/>
                  <a:pt x="465527" y="1335114"/>
                </a:cubicBezTo>
                <a:cubicBezTo>
                  <a:pt x="418360" y="1339326"/>
                  <a:pt x="371501" y="1337359"/>
                  <a:pt x="325117" y="1328354"/>
                </a:cubicBezTo>
                <a:cubicBezTo>
                  <a:pt x="107800" y="1286163"/>
                  <a:pt x="-34793" y="1074864"/>
                  <a:pt x="7398" y="857547"/>
                </a:cubicBezTo>
                <a:cubicBezTo>
                  <a:pt x="49589" y="640230"/>
                  <a:pt x="260029" y="497472"/>
                  <a:pt x="478205" y="539830"/>
                </a:cubicBezTo>
                <a:cubicBezTo>
                  <a:pt x="523730" y="548668"/>
                  <a:pt x="568780" y="564545"/>
                  <a:pt x="609919" y="586793"/>
                </a:cubicBezTo>
                <a:cubicBezTo>
                  <a:pt x="590629" y="543829"/>
                  <a:pt x="578185" y="497738"/>
                  <a:pt x="572088" y="451096"/>
                </a:cubicBezTo>
                <a:cubicBezTo>
                  <a:pt x="545445" y="230220"/>
                  <a:pt x="702020" y="29762"/>
                  <a:pt x="922037" y="2953"/>
                </a:cubicBezTo>
                <a:cubicBezTo>
                  <a:pt x="949647" y="-377"/>
                  <a:pt x="976937" y="-845"/>
                  <a:pt x="1003609" y="1320"/>
                </a:cubicBezTo>
                <a:close/>
              </a:path>
            </a:pathLst>
          </a:custGeom>
          <a:noFill/>
          <a:ln w="25400" cap="flat">
            <a:solidFill>
              <a:schemeClr val="accent2">
                <a:lumMod val="50000"/>
              </a:schemeClr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E993C80-827B-073B-123F-91EFA6ED0F16}"/>
              </a:ext>
            </a:extLst>
          </p:cNvPr>
          <p:cNvGrpSpPr/>
          <p:nvPr userDrawn="1"/>
        </p:nvGrpSpPr>
        <p:grpSpPr>
          <a:xfrm>
            <a:off x="581992" y="609600"/>
            <a:ext cx="4681680" cy="5257800"/>
            <a:chOff x="581992" y="609600"/>
            <a:chExt cx="10770220" cy="5257800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3804940-5591-901C-5BAD-295772E97B69}"/>
                </a:ext>
              </a:extLst>
            </p:cNvPr>
            <p:cNvCxnSpPr>
              <a:cxnSpLocks/>
            </p:cNvCxnSpPr>
            <p:nvPr/>
          </p:nvCxnSpPr>
          <p:spPr>
            <a:xfrm>
              <a:off x="581992" y="5867400"/>
              <a:ext cx="10770220" cy="0"/>
            </a:xfrm>
            <a:prstGeom prst="line">
              <a:avLst/>
            </a:prstGeom>
            <a:ln w="12700">
              <a:solidFill>
                <a:schemeClr val="accent2">
                  <a:lumMod val="5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B7CE5C39-E203-EE25-F974-E00FF20297FB}"/>
                </a:ext>
              </a:extLst>
            </p:cNvPr>
            <p:cNvCxnSpPr>
              <a:cxnSpLocks/>
            </p:cNvCxnSpPr>
            <p:nvPr/>
          </p:nvCxnSpPr>
          <p:spPr>
            <a:xfrm>
              <a:off x="581992" y="609600"/>
              <a:ext cx="10770220" cy="0"/>
            </a:xfrm>
            <a:prstGeom prst="line">
              <a:avLst/>
            </a:prstGeom>
            <a:ln w="12700">
              <a:solidFill>
                <a:schemeClr val="accent2">
                  <a:lumMod val="5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Title 13">
            <a:extLst>
              <a:ext uri="{FF2B5EF4-FFF2-40B4-BE49-F238E27FC236}">
                <a16:creationId xmlns:a16="http://schemas.microsoft.com/office/drawing/2014/main" id="{649AEC4B-CE87-8089-CF08-AB40516E1E82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21208" y="612648"/>
            <a:ext cx="4745736" cy="5257800"/>
          </a:xfrm>
        </p:spPr>
        <p:txBody>
          <a:bodyPr anchor="ctr">
            <a:normAutofit/>
          </a:bodyPr>
          <a:lstStyle>
            <a:lvl1pPr algn="ctr">
              <a:lnSpc>
                <a:spcPct val="100000"/>
              </a:lnSpc>
              <a:defRPr sz="5400">
                <a:ln w="31750">
                  <a:solidFill>
                    <a:schemeClr val="accent2">
                      <a:lumMod val="50000"/>
                    </a:schemeClr>
                  </a:solidFill>
                </a:ln>
                <a:noFill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43B9FDF2-20DD-5F35-EA03-802EC688683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517381" y="914401"/>
            <a:ext cx="3372886" cy="5010213"/>
          </a:xfrm>
          <a:custGeom>
            <a:avLst/>
            <a:gdLst>
              <a:gd name="connsiteX0" fmla="*/ 3370405 w 3372886"/>
              <a:gd name="connsiteY0" fmla="*/ 4826209 h 5010213"/>
              <a:gd name="connsiteX1" fmla="*/ 3368648 w 3372886"/>
              <a:gd name="connsiteY1" fmla="*/ 4843643 h 5010213"/>
              <a:gd name="connsiteX2" fmla="*/ 3362544 w 3372886"/>
              <a:gd name="connsiteY2" fmla="*/ 4863308 h 5010213"/>
              <a:gd name="connsiteX3" fmla="*/ 3347925 w 3372886"/>
              <a:gd name="connsiteY3" fmla="*/ 4848689 h 5010213"/>
              <a:gd name="connsiteX4" fmla="*/ 208613 w 3372886"/>
              <a:gd name="connsiteY4" fmla="*/ 0 h 5010213"/>
              <a:gd name="connsiteX5" fmla="*/ 3164273 w 3372886"/>
              <a:gd name="connsiteY5" fmla="*/ 0 h 5010213"/>
              <a:gd name="connsiteX6" fmla="*/ 3372886 w 3372886"/>
              <a:gd name="connsiteY6" fmla="*/ 208613 h 5010213"/>
              <a:gd name="connsiteX7" fmla="*/ 3372886 w 3372886"/>
              <a:gd name="connsiteY7" fmla="*/ 4436392 h 5010213"/>
              <a:gd name="connsiteX8" fmla="*/ 3154257 w 3372886"/>
              <a:gd name="connsiteY8" fmla="*/ 4655021 h 5010213"/>
              <a:gd name="connsiteX9" fmla="*/ 2930746 w 3372886"/>
              <a:gd name="connsiteY9" fmla="*/ 4431510 h 5010213"/>
              <a:gd name="connsiteX10" fmla="*/ 2737078 w 3372886"/>
              <a:gd name="connsiteY10" fmla="*/ 4625178 h 5010213"/>
              <a:gd name="connsiteX11" fmla="*/ 2960589 w 3372886"/>
              <a:gd name="connsiteY11" fmla="*/ 4848689 h 5010213"/>
              <a:gd name="connsiteX12" fmla="*/ 2799065 w 3372886"/>
              <a:gd name="connsiteY12" fmla="*/ 5010213 h 5010213"/>
              <a:gd name="connsiteX13" fmla="*/ 208613 w 3372886"/>
              <a:gd name="connsiteY13" fmla="*/ 5010213 h 5010213"/>
              <a:gd name="connsiteX14" fmla="*/ 0 w 3372886"/>
              <a:gd name="connsiteY14" fmla="*/ 4801600 h 5010213"/>
              <a:gd name="connsiteX15" fmla="*/ 0 w 3372886"/>
              <a:gd name="connsiteY15" fmla="*/ 208613 h 5010213"/>
              <a:gd name="connsiteX16" fmla="*/ 208613 w 3372886"/>
              <a:gd name="connsiteY16" fmla="*/ 0 h 5010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372886" h="5010213">
                <a:moveTo>
                  <a:pt x="3370405" y="4826209"/>
                </a:moveTo>
                <a:lnTo>
                  <a:pt x="3368648" y="4843643"/>
                </a:lnTo>
                <a:lnTo>
                  <a:pt x="3362544" y="4863308"/>
                </a:lnTo>
                <a:lnTo>
                  <a:pt x="3347925" y="4848689"/>
                </a:lnTo>
                <a:close/>
                <a:moveTo>
                  <a:pt x="208613" y="0"/>
                </a:moveTo>
                <a:lnTo>
                  <a:pt x="3164273" y="0"/>
                </a:lnTo>
                <a:cubicBezTo>
                  <a:pt x="3279487" y="0"/>
                  <a:pt x="3372886" y="93399"/>
                  <a:pt x="3372886" y="208613"/>
                </a:cubicBezTo>
                <a:lnTo>
                  <a:pt x="3372886" y="4436392"/>
                </a:lnTo>
                <a:lnTo>
                  <a:pt x="3154257" y="4655021"/>
                </a:lnTo>
                <a:lnTo>
                  <a:pt x="2930746" y="4431510"/>
                </a:lnTo>
                <a:lnTo>
                  <a:pt x="2737078" y="4625178"/>
                </a:lnTo>
                <a:lnTo>
                  <a:pt x="2960589" y="4848689"/>
                </a:lnTo>
                <a:lnTo>
                  <a:pt x="2799065" y="5010213"/>
                </a:lnTo>
                <a:lnTo>
                  <a:pt x="208613" y="5010213"/>
                </a:lnTo>
                <a:cubicBezTo>
                  <a:pt x="93399" y="5010213"/>
                  <a:pt x="0" y="4916814"/>
                  <a:pt x="0" y="4801600"/>
                </a:cubicBezTo>
                <a:lnTo>
                  <a:pt x="0" y="208613"/>
                </a:lnTo>
                <a:cubicBezTo>
                  <a:pt x="0" y="93399"/>
                  <a:pt x="93399" y="0"/>
                  <a:pt x="208613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>
            <a:noAutofit/>
          </a:bodyPr>
          <a:lstStyle>
            <a:lvl1pPr marL="0" indent="0" algn="ctr">
              <a:buNone/>
              <a:defRPr/>
            </a:lvl1pPr>
          </a:lstStyle>
          <a:p>
            <a:endParaRPr lang="en-US" dirty="0"/>
          </a:p>
        </p:txBody>
      </p:sp>
      <p:sp>
        <p:nvSpPr>
          <p:cNvPr id="23" name="Cross 22">
            <a:extLst>
              <a:ext uri="{FF2B5EF4-FFF2-40B4-BE49-F238E27FC236}">
                <a16:creationId xmlns:a16="http://schemas.microsoft.com/office/drawing/2014/main" id="{6F145759-7E95-1BC3-317C-FAE2A6383B40}"/>
              </a:ext>
            </a:extLst>
          </p:cNvPr>
          <p:cNvSpPr/>
          <p:nvPr userDrawn="1"/>
        </p:nvSpPr>
        <p:spPr>
          <a:xfrm rot="2700000">
            <a:off x="10218602" y="5310054"/>
            <a:ext cx="906072" cy="906072"/>
          </a:xfrm>
          <a:prstGeom prst="plus">
            <a:avLst>
              <a:gd name="adj" fmla="val 34886"/>
            </a:avLst>
          </a:prstGeom>
          <a:solidFill>
            <a:schemeClr val="accent2">
              <a:lumMod val="50000"/>
            </a:schemeClr>
          </a:soli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03939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and imag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35466164-2200-0DEC-FF0B-73D9E6F78ACC}"/>
              </a:ext>
            </a:extLst>
          </p:cNvPr>
          <p:cNvGrpSpPr/>
          <p:nvPr userDrawn="1"/>
        </p:nvGrpSpPr>
        <p:grpSpPr>
          <a:xfrm>
            <a:off x="558905" y="609601"/>
            <a:ext cx="4503264" cy="5791192"/>
            <a:chOff x="7001350" y="610643"/>
            <a:chExt cx="4503264" cy="5256755"/>
          </a:xfrm>
          <a:pattFill prst="lgGrid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</p:grpSpPr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6DF42ED7-D7A6-1AED-B963-4BDF2948E1E3}"/>
                </a:ext>
              </a:extLst>
            </p:cNvPr>
            <p:cNvSpPr/>
            <p:nvPr/>
          </p:nvSpPr>
          <p:spPr>
            <a:xfrm>
              <a:off x="7001350" y="3429000"/>
              <a:ext cx="4503264" cy="2438398"/>
            </a:xfrm>
            <a:prstGeom prst="roundRect">
              <a:avLst>
                <a:gd name="adj" fmla="val 1189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4" name="Rectangle: Rounded Corners 33">
              <a:extLst>
                <a:ext uri="{FF2B5EF4-FFF2-40B4-BE49-F238E27FC236}">
                  <a16:creationId xmlns:a16="http://schemas.microsoft.com/office/drawing/2014/main" id="{BB3D0DE4-B99A-0032-7632-8B5365124CEF}"/>
                </a:ext>
              </a:extLst>
            </p:cNvPr>
            <p:cNvSpPr/>
            <p:nvPr/>
          </p:nvSpPr>
          <p:spPr>
            <a:xfrm>
              <a:off x="7001350" y="610643"/>
              <a:ext cx="4503264" cy="2438398"/>
            </a:xfrm>
            <a:prstGeom prst="roundRect">
              <a:avLst>
                <a:gd name="adj" fmla="val 1189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A805412-4C95-AD2C-6AA6-C23274E77D39}"/>
              </a:ext>
            </a:extLst>
          </p:cNvPr>
          <p:cNvCxnSpPr>
            <a:cxnSpLocks/>
          </p:cNvCxnSpPr>
          <p:nvPr userDrawn="1"/>
        </p:nvCxnSpPr>
        <p:spPr>
          <a:xfrm>
            <a:off x="5704640" y="5867400"/>
            <a:ext cx="5664819" cy="0"/>
          </a:xfrm>
          <a:prstGeom prst="line">
            <a:avLst/>
          </a:prstGeom>
          <a:ln w="12700">
            <a:solidFill>
              <a:schemeClr val="accent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A6728FD0-DF82-83F1-28E0-FEBA18FF792E}"/>
              </a:ext>
            </a:extLst>
          </p:cNvPr>
          <p:cNvCxnSpPr>
            <a:cxnSpLocks/>
          </p:cNvCxnSpPr>
          <p:nvPr userDrawn="1"/>
        </p:nvCxnSpPr>
        <p:spPr>
          <a:xfrm>
            <a:off x="5704640" y="631520"/>
            <a:ext cx="5664819" cy="0"/>
          </a:xfrm>
          <a:prstGeom prst="line">
            <a:avLst/>
          </a:prstGeom>
          <a:ln w="12700">
            <a:solidFill>
              <a:schemeClr val="accent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Graphic 35">
            <a:extLst>
              <a:ext uri="{FF2B5EF4-FFF2-40B4-BE49-F238E27FC236}">
                <a16:creationId xmlns:a16="http://schemas.microsoft.com/office/drawing/2014/main" id="{CF056986-9B91-A95C-3BDF-82239110E823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-6093" t="-16314" r="-13478" b="-3577"/>
          <a:stretch/>
        </p:blipFill>
        <p:spPr>
          <a:xfrm rot="16200000">
            <a:off x="-48601" y="48186"/>
            <a:ext cx="2434778" cy="2368886"/>
          </a:xfrm>
          <a:prstGeom prst="rect">
            <a:avLst/>
          </a:prstGeom>
        </p:spPr>
      </p:pic>
      <p:sp>
        <p:nvSpPr>
          <p:cNvPr id="40" name="Title 39">
            <a:extLst>
              <a:ext uri="{FF2B5EF4-FFF2-40B4-BE49-F238E27FC236}">
                <a16:creationId xmlns:a16="http://schemas.microsoft.com/office/drawing/2014/main" id="{A682F108-3AE7-2A73-C8C3-2DD7033226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05856" y="631519"/>
            <a:ext cx="5696714" cy="4092877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5400">
                <a:ln w="31750">
                  <a:solidFill>
                    <a:schemeClr val="accent2">
                      <a:lumMod val="50000"/>
                    </a:schemeClr>
                  </a:solidFill>
                </a:ln>
                <a:noFill/>
              </a:defRPr>
            </a:lvl1pPr>
          </a:lstStyle>
          <a:p>
            <a:endParaRPr lang="en-US" dirty="0"/>
          </a:p>
        </p:txBody>
      </p:sp>
      <p:sp>
        <p:nvSpPr>
          <p:cNvPr id="46" name="Picture Placeholder 45">
            <a:extLst>
              <a:ext uri="{FF2B5EF4-FFF2-40B4-BE49-F238E27FC236}">
                <a16:creationId xmlns:a16="http://schemas.microsoft.com/office/drawing/2014/main" id="{E2C66DB6-41D4-AC6F-2E21-26981260751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43638" y="952497"/>
            <a:ext cx="3733799" cy="5105400"/>
          </a:xfrm>
          <a:custGeom>
            <a:avLst/>
            <a:gdLst>
              <a:gd name="connsiteX0" fmla="*/ 622312 w 3733799"/>
              <a:gd name="connsiteY0" fmla="*/ 0 h 5105400"/>
              <a:gd name="connsiteX1" fmla="*/ 3111487 w 3733799"/>
              <a:gd name="connsiteY1" fmla="*/ 0 h 5105400"/>
              <a:gd name="connsiteX2" fmla="*/ 3733799 w 3733799"/>
              <a:gd name="connsiteY2" fmla="*/ 622312 h 5105400"/>
              <a:gd name="connsiteX3" fmla="*/ 3733799 w 3733799"/>
              <a:gd name="connsiteY3" fmla="*/ 4414839 h 5105400"/>
              <a:gd name="connsiteX4" fmla="*/ 3709388 w 3733799"/>
              <a:gd name="connsiteY4" fmla="*/ 4390428 h 5105400"/>
              <a:gd name="connsiteX5" fmla="*/ 3485877 w 3733799"/>
              <a:gd name="connsiteY5" fmla="*/ 4613939 h 5105400"/>
              <a:gd name="connsiteX6" fmla="*/ 3262366 w 3733799"/>
              <a:gd name="connsiteY6" fmla="*/ 4390428 h 5105400"/>
              <a:gd name="connsiteX7" fmla="*/ 3068698 w 3733799"/>
              <a:gd name="connsiteY7" fmla="*/ 4584096 h 5105400"/>
              <a:gd name="connsiteX8" fmla="*/ 3292209 w 3733799"/>
              <a:gd name="connsiteY8" fmla="*/ 4807607 h 5105400"/>
              <a:gd name="connsiteX9" fmla="*/ 3068698 w 3733799"/>
              <a:gd name="connsiteY9" fmla="*/ 5031118 h 5105400"/>
              <a:gd name="connsiteX10" fmla="*/ 3140096 w 3733799"/>
              <a:gd name="connsiteY10" fmla="*/ 5102516 h 5105400"/>
              <a:gd name="connsiteX11" fmla="*/ 3111487 w 3733799"/>
              <a:gd name="connsiteY11" fmla="*/ 5105400 h 5105400"/>
              <a:gd name="connsiteX12" fmla="*/ 622312 w 3733799"/>
              <a:gd name="connsiteY12" fmla="*/ 5105400 h 5105400"/>
              <a:gd name="connsiteX13" fmla="*/ 0 w 3733799"/>
              <a:gd name="connsiteY13" fmla="*/ 4483088 h 5105400"/>
              <a:gd name="connsiteX14" fmla="*/ 0 w 3733799"/>
              <a:gd name="connsiteY14" fmla="*/ 622312 h 5105400"/>
              <a:gd name="connsiteX15" fmla="*/ 622312 w 3733799"/>
              <a:gd name="connsiteY15" fmla="*/ 0 h 5105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3733799" h="5105400">
                <a:moveTo>
                  <a:pt x="622312" y="0"/>
                </a:moveTo>
                <a:lnTo>
                  <a:pt x="3111487" y="0"/>
                </a:lnTo>
                <a:cubicBezTo>
                  <a:pt x="3455180" y="0"/>
                  <a:pt x="3733799" y="278619"/>
                  <a:pt x="3733799" y="622312"/>
                </a:cubicBezTo>
                <a:lnTo>
                  <a:pt x="3733799" y="4414839"/>
                </a:lnTo>
                <a:lnTo>
                  <a:pt x="3709388" y="4390428"/>
                </a:lnTo>
                <a:lnTo>
                  <a:pt x="3485877" y="4613939"/>
                </a:lnTo>
                <a:lnTo>
                  <a:pt x="3262366" y="4390428"/>
                </a:lnTo>
                <a:lnTo>
                  <a:pt x="3068698" y="4584096"/>
                </a:lnTo>
                <a:lnTo>
                  <a:pt x="3292209" y="4807607"/>
                </a:lnTo>
                <a:lnTo>
                  <a:pt x="3068698" y="5031118"/>
                </a:lnTo>
                <a:lnTo>
                  <a:pt x="3140096" y="5102516"/>
                </a:lnTo>
                <a:lnTo>
                  <a:pt x="3111487" y="5105400"/>
                </a:lnTo>
                <a:lnTo>
                  <a:pt x="622312" y="5105400"/>
                </a:lnTo>
                <a:cubicBezTo>
                  <a:pt x="278619" y="5105400"/>
                  <a:pt x="0" y="4826781"/>
                  <a:pt x="0" y="4483088"/>
                </a:cubicBezTo>
                <a:lnTo>
                  <a:pt x="0" y="622312"/>
                </a:lnTo>
                <a:cubicBezTo>
                  <a:pt x="0" y="278619"/>
                  <a:pt x="278619" y="0"/>
                  <a:pt x="622312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>
            <a:noAutofit/>
          </a:bodyPr>
          <a:lstStyle>
            <a:lvl1pPr marL="0" indent="0" algn="ctr">
              <a:buNone/>
              <a:defRPr/>
            </a:lvl1pPr>
          </a:lstStyle>
          <a:p>
            <a:endParaRPr lang="en-US" dirty="0"/>
          </a:p>
        </p:txBody>
      </p:sp>
      <p:sp>
        <p:nvSpPr>
          <p:cNvPr id="42" name="Text Placeholder 15">
            <a:extLst>
              <a:ext uri="{FF2B5EF4-FFF2-40B4-BE49-F238E27FC236}">
                <a16:creationId xmlns:a16="http://schemas.microsoft.com/office/drawing/2014/main" id="{6E3DD6E9-B188-4073-618E-913C10B257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709980" y="4762498"/>
            <a:ext cx="5697929" cy="106680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400" b="1" baseline="0">
                <a:solidFill>
                  <a:schemeClr val="accent2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Cross 46">
            <a:extLst>
              <a:ext uri="{FF2B5EF4-FFF2-40B4-BE49-F238E27FC236}">
                <a16:creationId xmlns:a16="http://schemas.microsoft.com/office/drawing/2014/main" id="{46328A47-0F71-24AD-1DBE-43C71079A374}"/>
              </a:ext>
            </a:extLst>
          </p:cNvPr>
          <p:cNvSpPr/>
          <p:nvPr userDrawn="1"/>
        </p:nvSpPr>
        <p:spPr>
          <a:xfrm rot="2700000">
            <a:off x="3976479" y="5307068"/>
            <a:ext cx="906072" cy="906072"/>
          </a:xfrm>
          <a:prstGeom prst="plus">
            <a:avLst>
              <a:gd name="adj" fmla="val 34886"/>
            </a:avLst>
          </a:prstGeom>
          <a:solidFill>
            <a:schemeClr val="accent2">
              <a:lumMod val="50000"/>
            </a:schemeClr>
          </a:soli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5262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1F0AE0-C844-54D6-6029-86DFDACF0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621792"/>
            <a:ext cx="57150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958B5C90-17D9-C673-F1EC-0ED209084ED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85800" y="2084832"/>
            <a:ext cx="5715000" cy="37033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8EBB14C-D20D-204B-2946-AD69B85744AB}"/>
              </a:ext>
            </a:extLst>
          </p:cNvPr>
          <p:cNvCxnSpPr>
            <a:cxnSpLocks/>
          </p:cNvCxnSpPr>
          <p:nvPr userDrawn="1"/>
        </p:nvCxnSpPr>
        <p:spPr>
          <a:xfrm>
            <a:off x="581992" y="5867400"/>
            <a:ext cx="10770220" cy="0"/>
          </a:xfrm>
          <a:prstGeom prst="line">
            <a:avLst/>
          </a:prstGeom>
          <a:ln w="12700">
            <a:solidFill>
              <a:schemeClr val="accent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419C6F3-0BA0-1C77-3DB4-761E584808F4}"/>
              </a:ext>
            </a:extLst>
          </p:cNvPr>
          <p:cNvCxnSpPr>
            <a:cxnSpLocks/>
          </p:cNvCxnSpPr>
          <p:nvPr userDrawn="1"/>
        </p:nvCxnSpPr>
        <p:spPr>
          <a:xfrm>
            <a:off x="581992" y="609600"/>
            <a:ext cx="10770220" cy="0"/>
          </a:xfrm>
          <a:prstGeom prst="line">
            <a:avLst/>
          </a:prstGeom>
          <a:ln w="12700">
            <a:solidFill>
              <a:schemeClr val="accent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89C344F-D71F-89C1-89D1-17EF8F9A4455}"/>
              </a:ext>
            </a:extLst>
          </p:cNvPr>
          <p:cNvSpPr/>
          <p:nvPr userDrawn="1"/>
        </p:nvSpPr>
        <p:spPr>
          <a:xfrm>
            <a:off x="7082017" y="1143000"/>
            <a:ext cx="4270195" cy="4114797"/>
          </a:xfrm>
          <a:prstGeom prst="roundRect">
            <a:avLst>
              <a:gd name="adj" fmla="val 7995"/>
            </a:avLst>
          </a:prstGeom>
          <a:pattFill prst="lgGrid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noFill/>
          </a:ln>
          <a:effectLst>
            <a:outerShdw blurRad="50800" dist="38100" dir="8100000" algn="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8A531EC8-CE4E-3DF8-AE13-9EDF4E026F84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864" r="-5560"/>
          <a:stretch/>
        </p:blipFill>
        <p:spPr>
          <a:xfrm>
            <a:off x="7618412" y="1550791"/>
            <a:ext cx="3505200" cy="3333765"/>
          </a:xfrm>
          <a:prstGeom prst="rect">
            <a:avLst/>
          </a:prstGeom>
        </p:spPr>
      </p:pic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573575EF-AC90-8222-EC49-8D685008C10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532812" y="2467865"/>
            <a:ext cx="1499616" cy="1499616"/>
          </a:xfrm>
        </p:spPr>
        <p:txBody>
          <a:bodyPr>
            <a:normAutofit/>
          </a:bodyPr>
          <a:lstStyle>
            <a:lvl1pPr marL="0" indent="0" algn="ctr">
              <a:buNone/>
              <a:defRPr sz="120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AE54EE-77AF-E258-31B4-FA35A33032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00/00/00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C5B8AF-C49D-571F-69BF-1AB0C27248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0F5E931-3ABC-DD1A-FDC8-C03E569E9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7DED6-D4C7-42EE-AB49-D2E39E64FDE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56804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F7B74CE-1A45-5DDD-F75F-4D4303056AC2}"/>
              </a:ext>
            </a:extLst>
          </p:cNvPr>
          <p:cNvSpPr/>
          <p:nvPr userDrawn="1"/>
        </p:nvSpPr>
        <p:spPr>
          <a:xfrm>
            <a:off x="581992" y="1017439"/>
            <a:ext cx="10766796" cy="1465622"/>
          </a:xfrm>
          <a:prstGeom prst="roundRect">
            <a:avLst>
              <a:gd name="adj" fmla="val 11894"/>
            </a:avLst>
          </a:prstGeom>
          <a:pattFill prst="lgGrid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Quire Sans"/>
              <a:ea typeface="+mn-ea"/>
              <a:cs typeface="+mn-cs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26CBDAA-F3EB-A7CC-348C-C6DEF36D4318}"/>
              </a:ext>
            </a:extLst>
          </p:cNvPr>
          <p:cNvCxnSpPr>
            <a:cxnSpLocks/>
          </p:cNvCxnSpPr>
          <p:nvPr userDrawn="1"/>
        </p:nvCxnSpPr>
        <p:spPr>
          <a:xfrm>
            <a:off x="581992" y="5867400"/>
            <a:ext cx="10770220" cy="0"/>
          </a:xfrm>
          <a:prstGeom prst="line">
            <a:avLst/>
          </a:prstGeom>
          <a:ln w="12700">
            <a:solidFill>
              <a:schemeClr val="accent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078AE03-2D5A-BEDE-B033-84F89218D9BB}"/>
              </a:ext>
            </a:extLst>
          </p:cNvPr>
          <p:cNvCxnSpPr>
            <a:cxnSpLocks/>
          </p:cNvCxnSpPr>
          <p:nvPr userDrawn="1"/>
        </p:nvCxnSpPr>
        <p:spPr>
          <a:xfrm>
            <a:off x="581992" y="609600"/>
            <a:ext cx="10770220" cy="0"/>
          </a:xfrm>
          <a:prstGeom prst="line">
            <a:avLst/>
          </a:prstGeom>
          <a:ln w="12700">
            <a:solidFill>
              <a:schemeClr val="accent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768A3B78-13C8-892D-7ADC-D62A05F51967}"/>
              </a:ext>
            </a:extLst>
          </p:cNvPr>
          <p:cNvGrpSpPr/>
          <p:nvPr userDrawn="1"/>
        </p:nvGrpSpPr>
        <p:grpSpPr>
          <a:xfrm flipH="1">
            <a:off x="8245440" y="0"/>
            <a:ext cx="3943385" cy="2209800"/>
            <a:chOff x="-10411" y="0"/>
            <a:chExt cx="3943385" cy="2209800"/>
          </a:xfrm>
        </p:grpSpPr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AC5AC647-1AA8-FA57-37D8-5F2E0938932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 l="22955" t="-1334" r="-10741" b="23144"/>
            <a:stretch/>
          </p:blipFill>
          <p:spPr>
            <a:xfrm rot="10800000" flipH="1">
              <a:off x="-10411" y="0"/>
              <a:ext cx="2556844" cy="2209800"/>
            </a:xfrm>
            <a:prstGeom prst="rect">
              <a:avLst/>
            </a:prstGeom>
          </p:spPr>
        </p:pic>
        <p:sp>
          <p:nvSpPr>
            <p:cNvPr id="11" name="Cross 10">
              <a:extLst>
                <a:ext uri="{FF2B5EF4-FFF2-40B4-BE49-F238E27FC236}">
                  <a16:creationId xmlns:a16="http://schemas.microsoft.com/office/drawing/2014/main" id="{F0C52D8B-C4A5-6592-FB45-2A569D339574}"/>
                </a:ext>
              </a:extLst>
            </p:cNvPr>
            <p:cNvSpPr/>
            <p:nvPr/>
          </p:nvSpPr>
          <p:spPr>
            <a:xfrm rot="2700000">
              <a:off x="3278601" y="721719"/>
              <a:ext cx="654373" cy="654373"/>
            </a:xfrm>
            <a:prstGeom prst="plus">
              <a:avLst>
                <a:gd name="adj" fmla="val 34886"/>
              </a:avLst>
            </a:prstGeom>
            <a:solidFill>
              <a:schemeClr val="accent2">
                <a:lumMod val="50000"/>
              </a:schemeClr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121898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Quire Sans"/>
                <a:ea typeface="+mn-ea"/>
                <a:cs typeface="+mn-cs"/>
              </a:endParaRPr>
            </a:p>
          </p:txBody>
        </p:sp>
      </p:grpSp>
      <p:pic>
        <p:nvPicPr>
          <p:cNvPr id="12" name="Graphic 11">
            <a:extLst>
              <a:ext uri="{FF2B5EF4-FFF2-40B4-BE49-F238E27FC236}">
                <a16:creationId xmlns:a16="http://schemas.microsoft.com/office/drawing/2014/main" id="{83E148C5-F88C-4D65-3DB7-756252A8A1D8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979" t="-1685" r="-5675" b="63656"/>
          <a:stretch/>
        </p:blipFill>
        <p:spPr>
          <a:xfrm>
            <a:off x="840037" y="1219201"/>
            <a:ext cx="3494301" cy="126386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CBE60AE-BB9D-05D7-65F7-DA818CF834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350008"/>
            <a:ext cx="10890504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3" name="Content Placeholder 18">
            <a:extLst>
              <a:ext uri="{FF2B5EF4-FFF2-40B4-BE49-F238E27FC236}">
                <a16:creationId xmlns:a16="http://schemas.microsoft.com/office/drawing/2014/main" id="{C6002F4C-93CF-DB09-2A74-421C0198314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3703320"/>
            <a:ext cx="10771632" cy="201168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B9BAC-9473-E02D-034C-A712981D8E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00/00/00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B47D348-2AA6-5878-4C98-CB3E895FEF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EE4AA3A-02D3-C16A-F484-4365AEC66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7DED6-D4C7-42EE-AB49-D2E39E64FDE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80682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78823B-1848-DD23-32C1-55B6F35BBB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21792"/>
            <a:ext cx="5878004" cy="1143000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Content Placeholder 18">
            <a:extLst>
              <a:ext uri="{FF2B5EF4-FFF2-40B4-BE49-F238E27FC236}">
                <a16:creationId xmlns:a16="http://schemas.microsoft.com/office/drawing/2014/main" id="{C6369831-3D9F-A5E3-4BD7-A70602CD967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21208" y="2084832"/>
            <a:ext cx="5878004" cy="37033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55E70E0-6625-D5D7-AF0A-C954D8961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00/00/00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CC3F56-523E-43F4-9B16-07C01F0BC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480176" y="6190488"/>
            <a:ext cx="919036" cy="210312"/>
          </a:xfrm>
        </p:spPr>
        <p:txBody>
          <a:bodyPr/>
          <a:lstStyle/>
          <a:p>
            <a:fld id="{EB37DED6-D4C7-42EE-AB49-D2E39E64FDE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08C9E72-33C7-B5A5-6E0C-E4D81F133BA4}"/>
              </a:ext>
            </a:extLst>
          </p:cNvPr>
          <p:cNvCxnSpPr>
            <a:cxnSpLocks/>
          </p:cNvCxnSpPr>
          <p:nvPr/>
        </p:nvCxnSpPr>
        <p:spPr>
          <a:xfrm>
            <a:off x="581992" y="5867400"/>
            <a:ext cx="5664820" cy="0"/>
          </a:xfrm>
          <a:prstGeom prst="line">
            <a:avLst/>
          </a:prstGeom>
          <a:ln w="12700">
            <a:solidFill>
              <a:schemeClr val="accent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9D31522-CF82-7988-2E83-546796650259}"/>
              </a:ext>
            </a:extLst>
          </p:cNvPr>
          <p:cNvCxnSpPr>
            <a:cxnSpLocks/>
          </p:cNvCxnSpPr>
          <p:nvPr/>
        </p:nvCxnSpPr>
        <p:spPr>
          <a:xfrm>
            <a:off x="581992" y="609600"/>
            <a:ext cx="5664820" cy="0"/>
          </a:xfrm>
          <a:prstGeom prst="line">
            <a:avLst/>
          </a:prstGeom>
          <a:ln w="12700">
            <a:solidFill>
              <a:srgbClr val="435F30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7049D66-D5A8-DFED-1BBA-E00C8E0BF013}"/>
              </a:ext>
            </a:extLst>
          </p:cNvPr>
          <p:cNvSpPr/>
          <p:nvPr userDrawn="1"/>
        </p:nvSpPr>
        <p:spPr>
          <a:xfrm>
            <a:off x="7224731" y="457200"/>
            <a:ext cx="4198461" cy="5943596"/>
          </a:xfrm>
          <a:prstGeom prst="roundRect">
            <a:avLst>
              <a:gd name="adj" fmla="val 7059"/>
            </a:avLst>
          </a:prstGeom>
          <a:pattFill prst="lgGrid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Quire Sans"/>
              <a:ea typeface="+mn-ea"/>
              <a:cs typeface="+mn-cs"/>
            </a:endParaRP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AC00F615-D350-70FC-458B-17DC58C3DABE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2955" t="-1334" r="3949" b="23144"/>
          <a:stretch/>
        </p:blipFill>
        <p:spPr>
          <a:xfrm rot="10800000" flipH="1">
            <a:off x="7528972" y="733525"/>
            <a:ext cx="3894220" cy="4042044"/>
          </a:xfrm>
          <a:prstGeom prst="rect">
            <a:avLst/>
          </a:prstGeom>
        </p:spPr>
      </p:pic>
      <p:sp>
        <p:nvSpPr>
          <p:cNvPr id="12" name="Cross 11">
            <a:extLst>
              <a:ext uri="{FF2B5EF4-FFF2-40B4-BE49-F238E27FC236}">
                <a16:creationId xmlns:a16="http://schemas.microsoft.com/office/drawing/2014/main" id="{F6D3D1EF-9096-4DE3-65B0-A56792BCA9FB}"/>
              </a:ext>
            </a:extLst>
          </p:cNvPr>
          <p:cNvSpPr/>
          <p:nvPr userDrawn="1"/>
        </p:nvSpPr>
        <p:spPr>
          <a:xfrm rot="2700000">
            <a:off x="10818034" y="5734035"/>
            <a:ext cx="906072" cy="906072"/>
          </a:xfrm>
          <a:prstGeom prst="plus">
            <a:avLst>
              <a:gd name="adj" fmla="val 34886"/>
            </a:avLst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Quire Sans"/>
              <a:ea typeface="+mn-ea"/>
              <a:cs typeface="+mn-cs"/>
            </a:endParaRP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4F76B484-4DDB-2219-B076-85EF15583E6B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9459" t="46841" r="-10838" b="608"/>
          <a:stretch/>
        </p:blipFill>
        <p:spPr>
          <a:xfrm rot="5400000">
            <a:off x="8605723" y="4789665"/>
            <a:ext cx="2202153" cy="1614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30367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, and imag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C5EC899-82DA-6C62-F99A-A5C1822003D6}"/>
              </a:ext>
            </a:extLst>
          </p:cNvPr>
          <p:cNvSpPr/>
          <p:nvPr userDrawn="1"/>
        </p:nvSpPr>
        <p:spPr>
          <a:xfrm>
            <a:off x="6998473" y="625258"/>
            <a:ext cx="4503264" cy="2686302"/>
          </a:xfrm>
          <a:prstGeom prst="roundRect">
            <a:avLst>
              <a:gd name="adj" fmla="val 7059"/>
            </a:avLst>
          </a:prstGeom>
          <a:pattFill prst="lgGrid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noFill/>
          </a:ln>
          <a:effectLst>
            <a:outerShdw blurRad="50800" dist="38100" dir="8100000" algn="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7BD98418-0E68-2FD2-AAF8-5F48931A2A50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-6093" t="-16314" r="-13478" b="-3577"/>
          <a:stretch/>
        </p:blipFill>
        <p:spPr>
          <a:xfrm rot="16200000">
            <a:off x="5933484" y="-70786"/>
            <a:ext cx="2434778" cy="2368886"/>
          </a:xfrm>
          <a:prstGeom prst="rect">
            <a:avLst/>
          </a:prstGeom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9B2DB26-152B-A660-5994-264088B10127}"/>
              </a:ext>
            </a:extLst>
          </p:cNvPr>
          <p:cNvSpPr/>
          <p:nvPr userDrawn="1"/>
        </p:nvSpPr>
        <p:spPr>
          <a:xfrm>
            <a:off x="6998473" y="3708269"/>
            <a:ext cx="4503264" cy="2686302"/>
          </a:xfrm>
          <a:prstGeom prst="roundRect">
            <a:avLst>
              <a:gd name="adj" fmla="val 7059"/>
            </a:avLst>
          </a:prstGeom>
          <a:pattFill prst="lgGrid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noFill/>
          </a:ln>
          <a:effectLst>
            <a:outerShdw blurRad="50800" dist="38100" dir="8100000" algn="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Cross 14">
            <a:extLst>
              <a:ext uri="{FF2B5EF4-FFF2-40B4-BE49-F238E27FC236}">
                <a16:creationId xmlns:a16="http://schemas.microsoft.com/office/drawing/2014/main" id="{58E8EC6C-4C4F-5126-5867-B835579ADE95}"/>
              </a:ext>
            </a:extLst>
          </p:cNvPr>
          <p:cNvSpPr/>
          <p:nvPr userDrawn="1"/>
        </p:nvSpPr>
        <p:spPr>
          <a:xfrm rot="2700000">
            <a:off x="11020486" y="5779707"/>
            <a:ext cx="906072" cy="906072"/>
          </a:xfrm>
          <a:prstGeom prst="plus">
            <a:avLst>
              <a:gd name="adj" fmla="val 34886"/>
            </a:avLst>
          </a:prstGeom>
          <a:solidFill>
            <a:schemeClr val="accent2">
              <a:lumMod val="50000"/>
            </a:schemeClr>
          </a:soli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C1924ED2-7665-CDA5-A950-86022E36C8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21792"/>
            <a:ext cx="5878004" cy="1143000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5" name="Content Placeholder 18">
            <a:extLst>
              <a:ext uri="{FF2B5EF4-FFF2-40B4-BE49-F238E27FC236}">
                <a16:creationId xmlns:a16="http://schemas.microsoft.com/office/drawing/2014/main" id="{21E8B3C6-A310-27D6-2D48-55A75DF49E7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21208" y="2084832"/>
            <a:ext cx="5878004" cy="37033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29055FDB-38DD-4E72-2C97-C84ED6C1BDB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451989" y="1162590"/>
            <a:ext cx="3596232" cy="4694649"/>
          </a:xfrm>
          <a:custGeom>
            <a:avLst/>
            <a:gdLst>
              <a:gd name="connsiteX0" fmla="*/ 188910 w 3596232"/>
              <a:gd name="connsiteY0" fmla="*/ 0 h 4694649"/>
              <a:gd name="connsiteX1" fmla="*/ 3407322 w 3596232"/>
              <a:gd name="connsiteY1" fmla="*/ 0 h 4694649"/>
              <a:gd name="connsiteX2" fmla="*/ 3596232 w 3596232"/>
              <a:gd name="connsiteY2" fmla="*/ 188910 h 4694649"/>
              <a:gd name="connsiteX3" fmla="*/ 3596232 w 3596232"/>
              <a:gd name="connsiteY3" fmla="*/ 4505739 h 4694649"/>
              <a:gd name="connsiteX4" fmla="*/ 3407322 w 3596232"/>
              <a:gd name="connsiteY4" fmla="*/ 4694649 h 4694649"/>
              <a:gd name="connsiteX5" fmla="*/ 188910 w 3596232"/>
              <a:gd name="connsiteY5" fmla="*/ 4694649 h 4694649"/>
              <a:gd name="connsiteX6" fmla="*/ 0 w 3596232"/>
              <a:gd name="connsiteY6" fmla="*/ 4505739 h 4694649"/>
              <a:gd name="connsiteX7" fmla="*/ 0 w 3596232"/>
              <a:gd name="connsiteY7" fmla="*/ 188910 h 4694649"/>
              <a:gd name="connsiteX8" fmla="*/ 188910 w 3596232"/>
              <a:gd name="connsiteY8" fmla="*/ 0 h 46946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596232" h="4694649">
                <a:moveTo>
                  <a:pt x="188910" y="0"/>
                </a:moveTo>
                <a:lnTo>
                  <a:pt x="3407322" y="0"/>
                </a:lnTo>
                <a:cubicBezTo>
                  <a:pt x="3511654" y="0"/>
                  <a:pt x="3596232" y="84578"/>
                  <a:pt x="3596232" y="188910"/>
                </a:cubicBezTo>
                <a:lnTo>
                  <a:pt x="3596232" y="4505739"/>
                </a:lnTo>
                <a:cubicBezTo>
                  <a:pt x="3596232" y="4610071"/>
                  <a:pt x="3511654" y="4694649"/>
                  <a:pt x="3407322" y="4694649"/>
                </a:cubicBezTo>
                <a:lnTo>
                  <a:pt x="188910" y="4694649"/>
                </a:lnTo>
                <a:cubicBezTo>
                  <a:pt x="84578" y="4694649"/>
                  <a:pt x="0" y="4610071"/>
                  <a:pt x="0" y="4505739"/>
                </a:cubicBezTo>
                <a:lnTo>
                  <a:pt x="0" y="188910"/>
                </a:lnTo>
                <a:cubicBezTo>
                  <a:pt x="0" y="84578"/>
                  <a:pt x="84578" y="0"/>
                  <a:pt x="188910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>
            <a:noAutofit/>
          </a:bodyPr>
          <a:lstStyle>
            <a:lvl1pPr marL="0" indent="0" algn="ctr">
              <a:buNone/>
              <a:defRPr/>
            </a:lvl1pPr>
          </a:lstStyle>
          <a:p>
            <a:endParaRPr lang="en-US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94217FB8-20E0-118C-285D-4FEFA1E35326}"/>
              </a:ext>
            </a:extLst>
          </p:cNvPr>
          <p:cNvCxnSpPr>
            <a:cxnSpLocks/>
          </p:cNvCxnSpPr>
          <p:nvPr userDrawn="1"/>
        </p:nvCxnSpPr>
        <p:spPr>
          <a:xfrm>
            <a:off x="581992" y="5867400"/>
            <a:ext cx="5664820" cy="0"/>
          </a:xfrm>
          <a:prstGeom prst="line">
            <a:avLst/>
          </a:prstGeom>
          <a:ln w="12700">
            <a:solidFill>
              <a:schemeClr val="accent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ABC3664-186D-E7FA-94A7-CA62E87CDA5E}"/>
              </a:ext>
            </a:extLst>
          </p:cNvPr>
          <p:cNvCxnSpPr>
            <a:cxnSpLocks/>
          </p:cNvCxnSpPr>
          <p:nvPr userDrawn="1"/>
        </p:nvCxnSpPr>
        <p:spPr>
          <a:xfrm>
            <a:off x="581992" y="609600"/>
            <a:ext cx="5664820" cy="0"/>
          </a:xfrm>
          <a:prstGeom prst="line">
            <a:avLst/>
          </a:prstGeom>
          <a:ln w="12700">
            <a:solidFill>
              <a:srgbClr val="435F30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55E70E0-6625-D5D7-AF0A-C954D8961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00/00/00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CC3F56-523E-43F4-9B16-07C01F0BC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480176" y="6190488"/>
            <a:ext cx="919036" cy="210312"/>
          </a:xfrm>
        </p:spPr>
        <p:txBody>
          <a:bodyPr/>
          <a:lstStyle/>
          <a:p>
            <a:fld id="{EB37DED6-D4C7-42EE-AB49-D2E39E64FDE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0211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0FB16F0-8AD5-B0AE-9C56-88DCA31251D9}"/>
              </a:ext>
            </a:extLst>
          </p:cNvPr>
          <p:cNvSpPr/>
          <p:nvPr userDrawn="1"/>
        </p:nvSpPr>
        <p:spPr>
          <a:xfrm>
            <a:off x="581992" y="677975"/>
            <a:ext cx="10766796" cy="2942607"/>
          </a:xfrm>
          <a:prstGeom prst="roundRect">
            <a:avLst>
              <a:gd name="adj" fmla="val 11894"/>
            </a:avLst>
          </a:prstGeom>
          <a:pattFill prst="lgGrid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9F0579C-BBD7-4DD3-1C37-C316F6F08BC2}"/>
              </a:ext>
            </a:extLst>
          </p:cNvPr>
          <p:cNvCxnSpPr>
            <a:cxnSpLocks/>
          </p:cNvCxnSpPr>
          <p:nvPr userDrawn="1"/>
        </p:nvCxnSpPr>
        <p:spPr>
          <a:xfrm>
            <a:off x="581992" y="5867400"/>
            <a:ext cx="10770220" cy="0"/>
          </a:xfrm>
          <a:prstGeom prst="line">
            <a:avLst/>
          </a:prstGeom>
          <a:ln w="12700">
            <a:solidFill>
              <a:schemeClr val="accent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Graphic 12">
            <a:extLst>
              <a:ext uri="{FF2B5EF4-FFF2-40B4-BE49-F238E27FC236}">
                <a16:creationId xmlns:a16="http://schemas.microsoft.com/office/drawing/2014/main" id="{61B335A0-563D-0DD7-3AC3-0D27F3193F56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2955" t="-1334" r="-10741" b="23144"/>
          <a:stretch/>
        </p:blipFill>
        <p:spPr>
          <a:xfrm rot="10800000" flipH="1">
            <a:off x="-10411" y="0"/>
            <a:ext cx="2556844" cy="2209800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7706A4F6-45A9-41CD-5553-543DB8BE288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9459" t="46841" r="-10838" b="608"/>
          <a:stretch/>
        </p:blipFill>
        <p:spPr>
          <a:xfrm rot="5400000">
            <a:off x="8882003" y="511012"/>
            <a:ext cx="3829404" cy="2807380"/>
          </a:xfrm>
          <a:prstGeom prst="rect">
            <a:avLst/>
          </a:prstGeom>
        </p:spPr>
      </p:pic>
      <p:sp>
        <p:nvSpPr>
          <p:cNvPr id="15" name="Cross 14">
            <a:extLst>
              <a:ext uri="{FF2B5EF4-FFF2-40B4-BE49-F238E27FC236}">
                <a16:creationId xmlns:a16="http://schemas.microsoft.com/office/drawing/2014/main" id="{92F52620-F282-F4C3-BBCC-13756F044D0E}"/>
              </a:ext>
            </a:extLst>
          </p:cNvPr>
          <p:cNvSpPr/>
          <p:nvPr userDrawn="1"/>
        </p:nvSpPr>
        <p:spPr>
          <a:xfrm rot="2700000">
            <a:off x="3278602" y="389611"/>
            <a:ext cx="654373" cy="654373"/>
          </a:xfrm>
          <a:prstGeom prst="plus">
            <a:avLst>
              <a:gd name="adj" fmla="val 34886"/>
            </a:avLst>
          </a:prstGeom>
          <a:solidFill>
            <a:schemeClr val="accent2">
              <a:lumMod val="50000"/>
            </a:schemeClr>
          </a:soli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Title 13">
            <a:extLst>
              <a:ext uri="{FF2B5EF4-FFF2-40B4-BE49-F238E27FC236}">
                <a16:creationId xmlns:a16="http://schemas.microsoft.com/office/drawing/2014/main" id="{B91AE9CC-DB83-56BB-43A9-75FB37CB39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6776" y="987552"/>
            <a:ext cx="8156448" cy="2633472"/>
          </a:xfrm>
        </p:spPr>
        <p:txBody>
          <a:bodyPr anchor="ctr">
            <a:normAutofit/>
          </a:bodyPr>
          <a:lstStyle>
            <a:lvl1pPr algn="ctr">
              <a:lnSpc>
                <a:spcPct val="100000"/>
              </a:lnSpc>
              <a:defRPr sz="4800" baseline="0">
                <a:ln w="25400">
                  <a:solidFill>
                    <a:schemeClr val="accent2">
                      <a:lumMod val="50000"/>
                    </a:schemeClr>
                  </a:solidFill>
                </a:ln>
                <a:solidFill>
                  <a:schemeClr val="accent2">
                    <a:lumMod val="20000"/>
                    <a:lumOff val="8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Content Placeholder 18">
            <a:extLst>
              <a:ext uri="{FF2B5EF4-FFF2-40B4-BE49-F238E27FC236}">
                <a16:creationId xmlns:a16="http://schemas.microsoft.com/office/drawing/2014/main" id="{38EE0AEB-B6D8-567F-532A-4C5C8CDBAAB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85216" y="3995927"/>
            <a:ext cx="5129784" cy="187102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Content Placeholder 18">
            <a:extLst>
              <a:ext uri="{FF2B5EF4-FFF2-40B4-BE49-F238E27FC236}">
                <a16:creationId xmlns:a16="http://schemas.microsoft.com/office/drawing/2014/main" id="{CB53BDB2-1DE7-6F74-914B-6AB6DCC40F9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9048" y="3995927"/>
            <a:ext cx="5129784" cy="187102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E35919E-25CD-A9C7-96B4-418FF31E40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00/00/00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F4E10E-956F-120F-9A17-F3DD13E8B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55462C-9030-1F53-ABD6-298C4F3B6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7DED6-D4C7-42EE-AB49-D2E39E64FDE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97200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with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D8DDA-6C9D-8B86-2FC0-8E5F1310B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04088"/>
            <a:ext cx="10762488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6" name="Content Placeholder 18">
            <a:extLst>
              <a:ext uri="{FF2B5EF4-FFF2-40B4-BE49-F238E27FC236}">
                <a16:creationId xmlns:a16="http://schemas.microsoft.com/office/drawing/2014/main" id="{B8058444-CAAE-9075-06DD-CA7475610897}"/>
              </a:ext>
            </a:extLst>
          </p:cNvPr>
          <p:cNvSpPr>
            <a:spLocks noGrp="1"/>
          </p:cNvSpPr>
          <p:nvPr userDrawn="1">
            <p:ph sz="quarter" idx="13"/>
          </p:nvPr>
        </p:nvSpPr>
        <p:spPr>
          <a:xfrm>
            <a:off x="585216" y="2066545"/>
            <a:ext cx="5129784" cy="1640398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Content Placeholder 18">
            <a:extLst>
              <a:ext uri="{FF2B5EF4-FFF2-40B4-BE49-F238E27FC236}">
                <a16:creationId xmlns:a16="http://schemas.microsoft.com/office/drawing/2014/main" id="{72A43166-102A-35B9-70FB-5E34A959DD83}"/>
              </a:ext>
            </a:extLst>
          </p:cNvPr>
          <p:cNvSpPr>
            <a:spLocks noGrp="1"/>
          </p:cNvSpPr>
          <p:nvPr userDrawn="1">
            <p:ph sz="quarter" idx="14"/>
          </p:nvPr>
        </p:nvSpPr>
        <p:spPr>
          <a:xfrm>
            <a:off x="6099048" y="2066545"/>
            <a:ext cx="5129784" cy="1640398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3BC23DD-4FCE-130E-B4E1-D95A8CD6E676}"/>
              </a:ext>
            </a:extLst>
          </p:cNvPr>
          <p:cNvCxnSpPr>
            <a:cxnSpLocks/>
          </p:cNvCxnSpPr>
          <p:nvPr userDrawn="1"/>
        </p:nvCxnSpPr>
        <p:spPr>
          <a:xfrm>
            <a:off x="581992" y="5867400"/>
            <a:ext cx="10770220" cy="0"/>
          </a:xfrm>
          <a:prstGeom prst="line">
            <a:avLst/>
          </a:prstGeom>
          <a:ln w="12700">
            <a:solidFill>
              <a:schemeClr val="accent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58BBFEA-903D-D7F6-1BC1-911DE35E8775}"/>
              </a:ext>
            </a:extLst>
          </p:cNvPr>
          <p:cNvCxnSpPr>
            <a:cxnSpLocks/>
          </p:cNvCxnSpPr>
          <p:nvPr userDrawn="1"/>
        </p:nvCxnSpPr>
        <p:spPr>
          <a:xfrm>
            <a:off x="581992" y="609600"/>
            <a:ext cx="10770220" cy="0"/>
          </a:xfrm>
          <a:prstGeom prst="line">
            <a:avLst/>
          </a:prstGeom>
          <a:ln w="12700">
            <a:solidFill>
              <a:schemeClr val="accent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A5DE43A-60F4-A089-D93E-741A4D0929DF}"/>
              </a:ext>
            </a:extLst>
          </p:cNvPr>
          <p:cNvSpPr/>
          <p:nvPr/>
        </p:nvSpPr>
        <p:spPr>
          <a:xfrm>
            <a:off x="581992" y="3994574"/>
            <a:ext cx="10770220" cy="1153636"/>
          </a:xfrm>
          <a:prstGeom prst="roundRect">
            <a:avLst>
              <a:gd name="adj" fmla="val 7059"/>
            </a:avLst>
          </a:prstGeom>
          <a:pattFill prst="lgGrid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noFill/>
          </a:ln>
          <a:effectLst>
            <a:outerShdw blurRad="50800" dist="38100" dir="8100000" algn="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BDC02731-8947-D88F-F80B-F2C65DA57992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864" r="-5560"/>
          <a:stretch/>
        </p:blipFill>
        <p:spPr>
          <a:xfrm>
            <a:off x="8715414" y="3679037"/>
            <a:ext cx="1998474" cy="1900731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3428FFD0-6816-9A55-2A04-B52A4152E919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864" r="-5560"/>
          <a:stretch/>
        </p:blipFill>
        <p:spPr>
          <a:xfrm>
            <a:off x="5134816" y="3679037"/>
            <a:ext cx="1998474" cy="1900731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3B769B67-BF85-171D-E468-159DC7A42560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864" r="-5560"/>
          <a:stretch/>
        </p:blipFill>
        <p:spPr>
          <a:xfrm>
            <a:off x="1390589" y="3679037"/>
            <a:ext cx="1998474" cy="1900731"/>
          </a:xfrm>
          <a:prstGeom prst="rect">
            <a:avLst/>
          </a:prstGeom>
        </p:spPr>
      </p:pic>
      <p:sp>
        <p:nvSpPr>
          <p:cNvPr id="18" name="Picture Placeholder 20">
            <a:extLst>
              <a:ext uri="{FF2B5EF4-FFF2-40B4-BE49-F238E27FC236}">
                <a16:creationId xmlns:a16="http://schemas.microsoft.com/office/drawing/2014/main" id="{15E08D62-18FF-AEA1-A29B-0C212BE31713}"/>
              </a:ext>
            </a:extLst>
          </p:cNvPr>
          <p:cNvSpPr>
            <a:spLocks noGrp="1"/>
          </p:cNvSpPr>
          <p:nvPr userDrawn="1">
            <p:ph type="pic" sz="quarter" idx="15"/>
          </p:nvPr>
        </p:nvSpPr>
        <p:spPr>
          <a:xfrm>
            <a:off x="1918652" y="4208778"/>
            <a:ext cx="841248" cy="841248"/>
          </a:xfrm>
        </p:spPr>
        <p:txBody>
          <a:bodyPr>
            <a:normAutofit/>
          </a:bodyPr>
          <a:lstStyle>
            <a:lvl1pPr marL="0" indent="0" algn="ctr">
              <a:buNone/>
              <a:defRPr sz="120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0" name="Picture Placeholder 20">
            <a:extLst>
              <a:ext uri="{FF2B5EF4-FFF2-40B4-BE49-F238E27FC236}">
                <a16:creationId xmlns:a16="http://schemas.microsoft.com/office/drawing/2014/main" id="{0C30F2D6-7955-A01D-4414-08BD54DC4C05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5673788" y="4208778"/>
            <a:ext cx="841248" cy="841248"/>
          </a:xfrm>
        </p:spPr>
        <p:txBody>
          <a:bodyPr>
            <a:normAutofit/>
          </a:bodyPr>
          <a:lstStyle>
            <a:lvl1pPr marL="0" indent="0" algn="ctr">
              <a:buNone/>
              <a:defRPr sz="120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9" name="Picture Placeholder 20">
            <a:extLst>
              <a:ext uri="{FF2B5EF4-FFF2-40B4-BE49-F238E27FC236}">
                <a16:creationId xmlns:a16="http://schemas.microsoft.com/office/drawing/2014/main" id="{88D95A1F-88CD-45EF-9B7E-52D533D3518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202563" y="4157029"/>
            <a:ext cx="841248" cy="841248"/>
          </a:xfrm>
        </p:spPr>
        <p:txBody>
          <a:bodyPr>
            <a:normAutofit/>
          </a:bodyPr>
          <a:lstStyle>
            <a:lvl1pPr marL="0" indent="0" algn="ctr">
              <a:buNone/>
              <a:defRPr sz="120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149425B-7D90-1B71-5868-B3E7A6C8E9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00/00/00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7D266C-5561-C631-7A76-C0C47166ED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F830D7-6165-3054-1914-DB6D1394DC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7DED6-D4C7-42EE-AB49-D2E39E64FDE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6128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0AA7070-5E0F-A195-181C-1F8779194804}"/>
              </a:ext>
            </a:extLst>
          </p:cNvPr>
          <p:cNvSpPr/>
          <p:nvPr userDrawn="1"/>
        </p:nvSpPr>
        <p:spPr>
          <a:xfrm>
            <a:off x="617300" y="2098628"/>
            <a:ext cx="5204302" cy="3326011"/>
          </a:xfrm>
          <a:prstGeom prst="roundRect">
            <a:avLst>
              <a:gd name="adj" fmla="val 7059"/>
            </a:avLst>
          </a:prstGeom>
          <a:pattFill prst="lgGrid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noFill/>
          </a:ln>
          <a:effectLst>
            <a:outerShdw blurRad="50800" dist="38100" dir="8100000" algn="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Quire Sans"/>
              <a:ea typeface="+mn-ea"/>
              <a:cs typeface="+mn-cs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5EBC589-0AFD-F714-9D30-5929AB52587C}"/>
              </a:ext>
            </a:extLst>
          </p:cNvPr>
          <p:cNvSpPr/>
          <p:nvPr userDrawn="1"/>
        </p:nvSpPr>
        <p:spPr>
          <a:xfrm>
            <a:off x="6101646" y="2084190"/>
            <a:ext cx="5302013" cy="3326010"/>
          </a:xfrm>
          <a:prstGeom prst="roundRect">
            <a:avLst>
              <a:gd name="adj" fmla="val 7059"/>
            </a:avLst>
          </a:prstGeom>
          <a:pattFill prst="lgGrid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noFill/>
          </a:ln>
          <a:effectLst>
            <a:outerShdw blurRad="50800" dist="38100" dir="8100000" algn="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Quire Sans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ABFB934-22A7-686D-6489-5802A49756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21792"/>
            <a:ext cx="10762488" cy="1143000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EFA4554B-98CB-41FF-83FE-16E82D7001B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57251" y="2313833"/>
            <a:ext cx="4724400" cy="2895600"/>
          </a:xfrm>
          <a:custGeom>
            <a:avLst/>
            <a:gdLst>
              <a:gd name="connsiteX0" fmla="*/ 235470 w 4724400"/>
              <a:gd name="connsiteY0" fmla="*/ 0 h 2895600"/>
              <a:gd name="connsiteX1" fmla="*/ 4488930 w 4724400"/>
              <a:gd name="connsiteY1" fmla="*/ 0 h 2895600"/>
              <a:gd name="connsiteX2" fmla="*/ 4724400 w 4724400"/>
              <a:gd name="connsiteY2" fmla="*/ 235470 h 2895600"/>
              <a:gd name="connsiteX3" fmla="*/ 4724400 w 4724400"/>
              <a:gd name="connsiteY3" fmla="*/ 2660130 h 2895600"/>
              <a:gd name="connsiteX4" fmla="*/ 4488930 w 4724400"/>
              <a:gd name="connsiteY4" fmla="*/ 2895600 h 2895600"/>
              <a:gd name="connsiteX5" fmla="*/ 235470 w 4724400"/>
              <a:gd name="connsiteY5" fmla="*/ 2895600 h 2895600"/>
              <a:gd name="connsiteX6" fmla="*/ 188015 w 4724400"/>
              <a:gd name="connsiteY6" fmla="*/ 2890816 h 2895600"/>
              <a:gd name="connsiteX7" fmla="*/ 182053 w 4724400"/>
              <a:gd name="connsiteY7" fmla="*/ 2888966 h 2895600"/>
              <a:gd name="connsiteX8" fmla="*/ 240221 w 4724400"/>
              <a:gd name="connsiteY8" fmla="*/ 2859062 h 2895600"/>
              <a:gd name="connsiteX9" fmla="*/ 283213 w 4724400"/>
              <a:gd name="connsiteY9" fmla="*/ 2577420 h 2895600"/>
              <a:gd name="connsiteX10" fmla="*/ 3325 w 4724400"/>
              <a:gd name="connsiteY10" fmla="*/ 2533112 h 2895600"/>
              <a:gd name="connsiteX11" fmla="*/ 0 w 4724400"/>
              <a:gd name="connsiteY11" fmla="*/ 2536350 h 2895600"/>
              <a:gd name="connsiteX12" fmla="*/ 0 w 4724400"/>
              <a:gd name="connsiteY12" fmla="*/ 235470 h 2895600"/>
              <a:gd name="connsiteX13" fmla="*/ 235470 w 4724400"/>
              <a:gd name="connsiteY13" fmla="*/ 0 h 289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4724400" h="2895600">
                <a:moveTo>
                  <a:pt x="235470" y="0"/>
                </a:moveTo>
                <a:lnTo>
                  <a:pt x="4488930" y="0"/>
                </a:lnTo>
                <a:cubicBezTo>
                  <a:pt x="4618976" y="0"/>
                  <a:pt x="4724400" y="105424"/>
                  <a:pt x="4724400" y="235470"/>
                </a:cubicBezTo>
                <a:lnTo>
                  <a:pt x="4724400" y="2660130"/>
                </a:lnTo>
                <a:cubicBezTo>
                  <a:pt x="4724400" y="2790176"/>
                  <a:pt x="4618976" y="2895600"/>
                  <a:pt x="4488930" y="2895600"/>
                </a:cubicBezTo>
                <a:lnTo>
                  <a:pt x="235470" y="2895600"/>
                </a:lnTo>
                <a:cubicBezTo>
                  <a:pt x="219214" y="2895600"/>
                  <a:pt x="203343" y="2893953"/>
                  <a:pt x="188015" y="2890816"/>
                </a:cubicBezTo>
                <a:lnTo>
                  <a:pt x="182053" y="2888966"/>
                </a:lnTo>
                <a:lnTo>
                  <a:pt x="240221" y="2859062"/>
                </a:lnTo>
                <a:cubicBezTo>
                  <a:pt x="329714" y="2793258"/>
                  <a:pt x="349017" y="2666914"/>
                  <a:pt x="283213" y="2577420"/>
                </a:cubicBezTo>
                <a:cubicBezTo>
                  <a:pt x="217847" y="2488365"/>
                  <a:pt x="93258" y="2468624"/>
                  <a:pt x="3325" y="2533112"/>
                </a:cubicBezTo>
                <a:lnTo>
                  <a:pt x="0" y="2536350"/>
                </a:lnTo>
                <a:lnTo>
                  <a:pt x="0" y="235470"/>
                </a:lnTo>
                <a:cubicBezTo>
                  <a:pt x="0" y="105424"/>
                  <a:pt x="105424" y="0"/>
                  <a:pt x="235470" y="0"/>
                </a:cubicBezTo>
                <a:close/>
              </a:path>
            </a:pathLst>
          </a:custGeom>
          <a:solidFill>
            <a:schemeClr val="accent2">
              <a:lumMod val="50000"/>
            </a:schemeClr>
          </a:solidFill>
          <a:effectLst>
            <a:outerShdw blurRad="50800" dist="38100" dir="5400000" algn="t" rotWithShape="0">
              <a:schemeClr val="tx1">
                <a:alpha val="40000"/>
              </a:schemeClr>
            </a:outerShdw>
          </a:effectLst>
        </p:spPr>
        <p:txBody>
          <a:bodyPr wrap="square" lIns="365760" rIns="36576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b="1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Content Placeholder 22">
            <a:extLst>
              <a:ext uri="{FF2B5EF4-FFF2-40B4-BE49-F238E27FC236}">
                <a16:creationId xmlns:a16="http://schemas.microsoft.com/office/drawing/2014/main" id="{B254B580-B88B-30D6-906C-5D8A5283269B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95461" y="2313833"/>
            <a:ext cx="4724400" cy="2895600"/>
          </a:xfrm>
          <a:custGeom>
            <a:avLst/>
            <a:gdLst>
              <a:gd name="connsiteX0" fmla="*/ 235470 w 4724400"/>
              <a:gd name="connsiteY0" fmla="*/ 0 h 2895600"/>
              <a:gd name="connsiteX1" fmla="*/ 4410363 w 4724400"/>
              <a:gd name="connsiteY1" fmla="*/ 0 h 2895600"/>
              <a:gd name="connsiteX2" fmla="*/ 4402058 w 4724400"/>
              <a:gd name="connsiteY2" fmla="*/ 8305 h 2895600"/>
              <a:gd name="connsiteX3" fmla="*/ 4595726 w 4724400"/>
              <a:gd name="connsiteY3" fmla="*/ 201973 h 2895600"/>
              <a:gd name="connsiteX4" fmla="*/ 4684950 w 4724400"/>
              <a:gd name="connsiteY4" fmla="*/ 112749 h 2895600"/>
              <a:gd name="connsiteX5" fmla="*/ 4705896 w 4724400"/>
              <a:gd name="connsiteY5" fmla="*/ 143815 h 2895600"/>
              <a:gd name="connsiteX6" fmla="*/ 4724400 w 4724400"/>
              <a:gd name="connsiteY6" fmla="*/ 235470 h 2895600"/>
              <a:gd name="connsiteX7" fmla="*/ 4724400 w 4724400"/>
              <a:gd name="connsiteY7" fmla="*/ 2660130 h 2895600"/>
              <a:gd name="connsiteX8" fmla="*/ 4488930 w 4724400"/>
              <a:gd name="connsiteY8" fmla="*/ 2895600 h 2895600"/>
              <a:gd name="connsiteX9" fmla="*/ 235470 w 4724400"/>
              <a:gd name="connsiteY9" fmla="*/ 2895600 h 2895600"/>
              <a:gd name="connsiteX10" fmla="*/ 0 w 4724400"/>
              <a:gd name="connsiteY10" fmla="*/ 2660130 h 2895600"/>
              <a:gd name="connsiteX11" fmla="*/ 0 w 4724400"/>
              <a:gd name="connsiteY11" fmla="*/ 235470 h 2895600"/>
              <a:gd name="connsiteX12" fmla="*/ 235470 w 4724400"/>
              <a:gd name="connsiteY12" fmla="*/ 0 h 289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724400" h="2895600">
                <a:moveTo>
                  <a:pt x="235470" y="0"/>
                </a:moveTo>
                <a:lnTo>
                  <a:pt x="4410363" y="0"/>
                </a:lnTo>
                <a:lnTo>
                  <a:pt x="4402058" y="8305"/>
                </a:lnTo>
                <a:lnTo>
                  <a:pt x="4595726" y="201973"/>
                </a:lnTo>
                <a:lnTo>
                  <a:pt x="4684950" y="112749"/>
                </a:lnTo>
                <a:lnTo>
                  <a:pt x="4705896" y="143815"/>
                </a:lnTo>
                <a:cubicBezTo>
                  <a:pt x="4717811" y="171986"/>
                  <a:pt x="4724400" y="202959"/>
                  <a:pt x="4724400" y="235470"/>
                </a:cubicBezTo>
                <a:lnTo>
                  <a:pt x="4724400" y="2660130"/>
                </a:lnTo>
                <a:cubicBezTo>
                  <a:pt x="4724400" y="2790176"/>
                  <a:pt x="4618976" y="2895600"/>
                  <a:pt x="4488930" y="2895600"/>
                </a:cubicBezTo>
                <a:lnTo>
                  <a:pt x="235470" y="2895600"/>
                </a:lnTo>
                <a:cubicBezTo>
                  <a:pt x="105424" y="2895600"/>
                  <a:pt x="0" y="2790176"/>
                  <a:pt x="0" y="2660130"/>
                </a:cubicBezTo>
                <a:lnTo>
                  <a:pt x="0" y="235470"/>
                </a:lnTo>
                <a:cubicBezTo>
                  <a:pt x="0" y="105424"/>
                  <a:pt x="105424" y="0"/>
                  <a:pt x="235470" y="0"/>
                </a:cubicBezTo>
                <a:close/>
              </a:path>
            </a:pathLst>
          </a:custGeom>
          <a:solidFill>
            <a:schemeClr val="accent2">
              <a:lumMod val="50000"/>
            </a:schemeClr>
          </a:solidFill>
          <a:effectLst>
            <a:outerShdw blurRad="50800" dist="38100" dir="5400000" algn="t" rotWithShape="0">
              <a:schemeClr val="tx1">
                <a:alpha val="40000"/>
              </a:schemeClr>
            </a:outerShdw>
          </a:effectLst>
        </p:spPr>
        <p:txBody>
          <a:bodyPr wrap="square" lIns="365760" rIns="36576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b="1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8E79F9-00E6-1773-B032-386686A4CE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00/00/00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4DA5119-9C2C-6866-6CCD-777AFBC294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D79AB2-758F-7D1A-843D-DFDDA4BD05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7DED6-D4C7-42EE-AB49-D2E39E64FDE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5575D10-6B46-1E49-9456-8EB333AA4E78}"/>
              </a:ext>
            </a:extLst>
          </p:cNvPr>
          <p:cNvCxnSpPr>
            <a:cxnSpLocks/>
          </p:cNvCxnSpPr>
          <p:nvPr userDrawn="1"/>
        </p:nvCxnSpPr>
        <p:spPr>
          <a:xfrm>
            <a:off x="581992" y="5867400"/>
            <a:ext cx="10770220" cy="0"/>
          </a:xfrm>
          <a:prstGeom prst="line">
            <a:avLst/>
          </a:prstGeom>
          <a:ln w="12700">
            <a:solidFill>
              <a:schemeClr val="accent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1EEA4E1-2312-3E1A-929C-5BC1477675E0}"/>
              </a:ext>
            </a:extLst>
          </p:cNvPr>
          <p:cNvCxnSpPr>
            <a:cxnSpLocks/>
          </p:cNvCxnSpPr>
          <p:nvPr userDrawn="1"/>
        </p:nvCxnSpPr>
        <p:spPr>
          <a:xfrm>
            <a:off x="581992" y="609600"/>
            <a:ext cx="10770220" cy="0"/>
          </a:xfrm>
          <a:prstGeom prst="line">
            <a:avLst/>
          </a:prstGeom>
          <a:ln w="12700">
            <a:solidFill>
              <a:schemeClr val="accent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Graphic 21">
            <a:extLst>
              <a:ext uri="{FF2B5EF4-FFF2-40B4-BE49-F238E27FC236}">
                <a16:creationId xmlns:a16="http://schemas.microsoft.com/office/drawing/2014/main" id="{EF6A097C-54D2-D4ED-0A10-19FBB24E0539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-6093" t="-16314" r="-13478" b="-3577"/>
          <a:stretch/>
        </p:blipFill>
        <p:spPr>
          <a:xfrm rot="16200000">
            <a:off x="-1671" y="4566367"/>
            <a:ext cx="1237941" cy="1204439"/>
          </a:xfrm>
          <a:prstGeom prst="rect">
            <a:avLst/>
          </a:prstGeom>
        </p:spPr>
      </p:pic>
      <p:sp>
        <p:nvSpPr>
          <p:cNvPr id="24" name="Cross 23">
            <a:extLst>
              <a:ext uri="{FF2B5EF4-FFF2-40B4-BE49-F238E27FC236}">
                <a16:creationId xmlns:a16="http://schemas.microsoft.com/office/drawing/2014/main" id="{5D737375-70B4-3314-9D07-4395BAA26875}"/>
              </a:ext>
            </a:extLst>
          </p:cNvPr>
          <p:cNvSpPr/>
          <p:nvPr userDrawn="1"/>
        </p:nvSpPr>
        <p:spPr>
          <a:xfrm rot="2700000">
            <a:off x="10761662" y="1645591"/>
            <a:ext cx="906072" cy="906072"/>
          </a:xfrm>
          <a:prstGeom prst="plus">
            <a:avLst>
              <a:gd name="adj" fmla="val 34886"/>
            </a:avLst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Quire San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092813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E18EE-8562-0004-6395-12C315C601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98358"/>
            <a:ext cx="10757851" cy="97441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14EE5185-FA14-C59E-8B21-554C836AA043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594360" y="1810512"/>
            <a:ext cx="10770221" cy="348691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35FCC-119C-DAE8-FDEE-89D631B41A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00/00/00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8AF21D-75F1-3AFD-93CD-CCB87A5ED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9F0B52-3400-828A-9D66-4A58DA96B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7DED6-D4C7-42EE-AB49-D2E39E64FDE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A5E65DF-61B4-DD7B-4F58-B3C72D0EECC2}"/>
              </a:ext>
            </a:extLst>
          </p:cNvPr>
          <p:cNvCxnSpPr>
            <a:cxnSpLocks/>
          </p:cNvCxnSpPr>
          <p:nvPr userDrawn="1"/>
        </p:nvCxnSpPr>
        <p:spPr>
          <a:xfrm>
            <a:off x="581992" y="5867400"/>
            <a:ext cx="10770220" cy="0"/>
          </a:xfrm>
          <a:prstGeom prst="line">
            <a:avLst/>
          </a:prstGeom>
          <a:ln w="12700">
            <a:solidFill>
              <a:schemeClr val="accent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103AA81-E3AE-A8F6-A521-8B767B0D1BFC}"/>
              </a:ext>
            </a:extLst>
          </p:cNvPr>
          <p:cNvCxnSpPr>
            <a:cxnSpLocks/>
          </p:cNvCxnSpPr>
          <p:nvPr userDrawn="1"/>
        </p:nvCxnSpPr>
        <p:spPr>
          <a:xfrm>
            <a:off x="581992" y="598358"/>
            <a:ext cx="10770220" cy="0"/>
          </a:xfrm>
          <a:prstGeom prst="line">
            <a:avLst/>
          </a:prstGeom>
          <a:ln w="12700">
            <a:solidFill>
              <a:schemeClr val="accent2">
                <a:lumMod val="5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97493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,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1B8B082E-1046-F9A0-7B39-675E9855A2C3}"/>
              </a:ext>
            </a:extLst>
          </p:cNvPr>
          <p:cNvGrpSpPr/>
          <p:nvPr userDrawn="1"/>
        </p:nvGrpSpPr>
        <p:grpSpPr>
          <a:xfrm>
            <a:off x="581992" y="609600"/>
            <a:ext cx="4369420" cy="5257800"/>
            <a:chOff x="581992" y="609600"/>
            <a:chExt cx="10770220" cy="5257800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7F42B3A-6654-C6D7-D536-755B6583EE52}"/>
                </a:ext>
              </a:extLst>
            </p:cNvPr>
            <p:cNvCxnSpPr>
              <a:cxnSpLocks/>
            </p:cNvCxnSpPr>
            <p:nvPr/>
          </p:nvCxnSpPr>
          <p:spPr>
            <a:xfrm>
              <a:off x="581992" y="5867400"/>
              <a:ext cx="10770220" cy="0"/>
            </a:xfrm>
            <a:prstGeom prst="line">
              <a:avLst/>
            </a:prstGeom>
            <a:ln w="12700">
              <a:solidFill>
                <a:schemeClr val="accent2">
                  <a:lumMod val="5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C3C8B912-0821-18A3-992F-D5F901A92605}"/>
                </a:ext>
              </a:extLst>
            </p:cNvPr>
            <p:cNvCxnSpPr>
              <a:cxnSpLocks/>
            </p:cNvCxnSpPr>
            <p:nvPr/>
          </p:nvCxnSpPr>
          <p:spPr>
            <a:xfrm>
              <a:off x="581992" y="609600"/>
              <a:ext cx="10770220" cy="0"/>
            </a:xfrm>
            <a:prstGeom prst="line">
              <a:avLst/>
            </a:prstGeom>
            <a:ln w="12700">
              <a:solidFill>
                <a:srgbClr val="435F30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B78823B-1848-DD23-32C1-55B6F35BBB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21792"/>
            <a:ext cx="4430204" cy="1143000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Content Placeholder 18">
            <a:extLst>
              <a:ext uri="{FF2B5EF4-FFF2-40B4-BE49-F238E27FC236}">
                <a16:creationId xmlns:a16="http://schemas.microsoft.com/office/drawing/2014/main" id="{C6369831-3D9F-A5E3-4BD7-A70602CD967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21208" y="2084832"/>
            <a:ext cx="4434840" cy="37033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55E70E0-6625-D5D7-AF0A-C954D8961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00/00/00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CC3F56-523E-43F4-9B16-07C01F0BC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33532" y="6190488"/>
            <a:ext cx="919036" cy="210312"/>
          </a:xfrm>
        </p:spPr>
        <p:txBody>
          <a:bodyPr/>
          <a:lstStyle/>
          <a:p>
            <a:fld id="{EB37DED6-D4C7-42EE-AB49-D2E39E64FDE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5" name="Table Placeholder 6">
            <a:extLst>
              <a:ext uri="{FF2B5EF4-FFF2-40B4-BE49-F238E27FC236}">
                <a16:creationId xmlns:a16="http://schemas.microsoft.com/office/drawing/2014/main" id="{E9B8BD81-BFB0-9798-902D-2A4DA2A49319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5495544" y="603504"/>
            <a:ext cx="6291072" cy="5788152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87680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ltGray"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94361" y="621792"/>
            <a:ext cx="10762488" cy="1143000"/>
          </a:xfrm>
          <a:prstGeom prst="rect">
            <a:avLst/>
          </a:prstGeom>
        </p:spPr>
        <p:txBody>
          <a:bodyPr vert="horz" lIns="121899" tIns="60949" rIns="121899" bIns="60949" rtlCol="0" anchor="b">
            <a:normAutofit/>
          </a:bodyPr>
          <a:lstStyle/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1" y="2112264"/>
            <a:ext cx="10762488" cy="3602736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190488"/>
            <a:ext cx="1446212" cy="210312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l">
              <a:defRPr sz="1000" b="1" i="0" cap="all" spc="200" baseline="0"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n-US"/>
              <a:t>00/00/00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86262" y="6190488"/>
            <a:ext cx="6216301" cy="210312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ctr">
              <a:defRPr sz="1000" b="1" spc="200" baseline="0"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37812" y="6190488"/>
            <a:ext cx="919036" cy="210312"/>
          </a:xfrm>
          <a:prstGeom prst="rect">
            <a:avLst/>
          </a:prstGeom>
        </p:spPr>
        <p:txBody>
          <a:bodyPr vert="horz" lIns="121899" tIns="60949" rIns="121899" bIns="60949" rtlCol="0" anchor="b"/>
          <a:lstStyle>
            <a:lvl1pPr algn="r">
              <a:defRPr sz="1000" b="1" spc="200" baseline="0"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fld id="{EB37DED6-D4C7-42EE-AB49-D2E39E64FDE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01877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8" r:id="rId3"/>
    <p:sldLayoutId id="2147483709" r:id="rId4"/>
    <p:sldLayoutId id="2147483710" r:id="rId5"/>
    <p:sldLayoutId id="2147483711" r:id="rId6"/>
    <p:sldLayoutId id="2147483712" r:id="rId7"/>
    <p:sldLayoutId id="2147483713" r:id="rId8"/>
    <p:sldLayoutId id="2147483714" r:id="rId9"/>
    <p:sldLayoutId id="2147483715" r:id="rId10"/>
    <p:sldLayoutId id="2147483716" r:id="rId11"/>
    <p:sldLayoutId id="2147483707" r:id="rId12"/>
    <p:sldLayoutId id="2147483717" r:id="rId13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1218987" rtl="0" eaLnBrk="1" latinLnBrk="0" hangingPunct="1">
        <a:lnSpc>
          <a:spcPct val="85000"/>
        </a:lnSpc>
        <a:spcBef>
          <a:spcPct val="0"/>
        </a:spcBef>
        <a:buNone/>
        <a:tabLst/>
        <a:defRPr sz="2400" b="1" kern="1200" cap="none" baseline="0">
          <a:solidFill>
            <a:schemeClr val="accent2">
              <a:lumMod val="50000"/>
            </a:schemeClr>
          </a:solidFill>
          <a:effectLst/>
          <a:latin typeface="+mj-lt"/>
          <a:ea typeface="+mj-ea"/>
          <a:cs typeface="+mj-cs"/>
        </a:defRPr>
      </a:lvl1pPr>
    </p:titleStyle>
    <p:bodyStyle>
      <a:lvl1pPr marL="304747" indent="-304747" algn="l" defTabSz="1218987" rtl="0" eaLnBrk="1" latinLnBrk="0" hangingPunct="1">
        <a:lnSpc>
          <a:spcPct val="95000"/>
        </a:lnSpc>
        <a:spcBef>
          <a:spcPts val="1866"/>
        </a:spcBef>
        <a:buClr>
          <a:schemeClr val="accent6">
            <a:lumMod val="50000"/>
          </a:schemeClr>
        </a:buClr>
        <a:buSzPct val="100000"/>
        <a:buFont typeface="Arial" pitchFamily="34" charset="0"/>
        <a:buChar char="•"/>
        <a:defRPr sz="1800" kern="1200">
          <a:solidFill>
            <a:schemeClr val="accent2">
              <a:lumMod val="50000"/>
            </a:schemeClr>
          </a:solidFill>
          <a:latin typeface="+mn-lt"/>
          <a:ea typeface="+mn-ea"/>
          <a:cs typeface="+mn-cs"/>
        </a:defRPr>
      </a:lvl1pPr>
      <a:lvl2pPr marL="731392" indent="-304747" algn="l" defTabSz="1218987" rtl="0" eaLnBrk="1" latinLnBrk="0" hangingPunct="1">
        <a:lnSpc>
          <a:spcPct val="95000"/>
        </a:lnSpc>
        <a:spcBef>
          <a:spcPts val="1066"/>
        </a:spcBef>
        <a:buClr>
          <a:schemeClr val="accent6">
            <a:lumMod val="50000"/>
          </a:schemeClr>
        </a:buClr>
        <a:buSzPct val="100000"/>
        <a:buFont typeface="Courier New" panose="02070309020205020404" pitchFamily="49" charset="0"/>
        <a:buChar char="o"/>
        <a:defRPr sz="1800" kern="1200">
          <a:solidFill>
            <a:schemeClr val="accent2">
              <a:lumMod val="50000"/>
            </a:schemeClr>
          </a:solidFill>
          <a:latin typeface="+mn-lt"/>
          <a:ea typeface="+mn-ea"/>
          <a:cs typeface="+mn-cs"/>
        </a:defRPr>
      </a:lvl2pPr>
      <a:lvl3pPr marL="1158037" indent="-304747" algn="l" defTabSz="1218987" rtl="0" eaLnBrk="1" latinLnBrk="0" hangingPunct="1">
        <a:lnSpc>
          <a:spcPct val="95000"/>
        </a:lnSpc>
        <a:spcBef>
          <a:spcPts val="1066"/>
        </a:spcBef>
        <a:buClr>
          <a:schemeClr val="accent6">
            <a:lumMod val="50000"/>
          </a:schemeClr>
        </a:buClr>
        <a:buSzPct val="100000"/>
        <a:buFont typeface="Century Gothic" pitchFamily="34" charset="0"/>
        <a:buChar char="–"/>
        <a:defRPr sz="1600" kern="1200">
          <a:solidFill>
            <a:schemeClr val="accent2">
              <a:lumMod val="50000"/>
            </a:schemeClr>
          </a:solidFill>
          <a:latin typeface="+mn-lt"/>
          <a:ea typeface="+mn-ea"/>
          <a:cs typeface="+mn-cs"/>
        </a:defRPr>
      </a:lvl3pPr>
      <a:lvl4pPr marL="1584683" indent="-304747" algn="l" defTabSz="1218987" rtl="0" eaLnBrk="1" latinLnBrk="0" hangingPunct="1">
        <a:lnSpc>
          <a:spcPct val="95000"/>
        </a:lnSpc>
        <a:spcBef>
          <a:spcPts val="1066"/>
        </a:spcBef>
        <a:buClr>
          <a:schemeClr val="accent6">
            <a:lumMod val="50000"/>
          </a:schemeClr>
        </a:buClr>
        <a:buSzPct val="100000"/>
        <a:buFont typeface="Century Gothic" pitchFamily="34" charset="0"/>
        <a:buChar char="–"/>
        <a:defRPr sz="1600" kern="1200">
          <a:solidFill>
            <a:schemeClr val="accent2">
              <a:lumMod val="50000"/>
            </a:schemeClr>
          </a:solidFill>
          <a:latin typeface="+mn-lt"/>
          <a:ea typeface="+mn-ea"/>
          <a:cs typeface="+mn-cs"/>
        </a:defRPr>
      </a:lvl4pPr>
      <a:lvl5pPr marL="2011328" indent="-304747" algn="l" defTabSz="1218987" rtl="0" eaLnBrk="1" latinLnBrk="0" hangingPunct="1">
        <a:lnSpc>
          <a:spcPct val="95000"/>
        </a:lnSpc>
        <a:spcBef>
          <a:spcPts val="1066"/>
        </a:spcBef>
        <a:buClr>
          <a:schemeClr val="accent6">
            <a:lumMod val="50000"/>
          </a:schemeClr>
        </a:buClr>
        <a:buSzPct val="100000"/>
        <a:buFont typeface="Century Gothic" pitchFamily="34" charset="0"/>
        <a:buChar char="–"/>
        <a:defRPr sz="1600" kern="1200">
          <a:solidFill>
            <a:schemeClr val="accent2">
              <a:lumMod val="50000"/>
            </a:schemeClr>
          </a:solidFill>
          <a:latin typeface="+mn-lt"/>
          <a:ea typeface="+mn-ea"/>
          <a:cs typeface="+mn-cs"/>
        </a:defRPr>
      </a:lvl5pPr>
      <a:lvl6pPr marL="2133226" indent="0" algn="l" defTabSz="1218987" rtl="0" eaLnBrk="1" latinLnBrk="0" hangingPunct="1">
        <a:lnSpc>
          <a:spcPct val="95000"/>
        </a:lnSpc>
        <a:spcBef>
          <a:spcPts val="1066"/>
        </a:spcBef>
        <a:buClr>
          <a:schemeClr val="accent6">
            <a:lumMod val="50000"/>
          </a:schemeClr>
        </a:buClr>
        <a:buSzPct val="90000"/>
        <a:buFont typeface="Century Gothic" panose="020B0502020202020204" pitchFamily="34" charset="0"/>
        <a:buNone/>
        <a:defRPr sz="1800" kern="1200">
          <a:solidFill>
            <a:schemeClr val="tx2">
              <a:lumMod val="50000"/>
            </a:schemeClr>
          </a:solidFill>
          <a:latin typeface="+mn-lt"/>
          <a:ea typeface="+mn-ea"/>
          <a:cs typeface="+mn-cs"/>
        </a:defRPr>
      </a:lvl6pPr>
      <a:lvl7pPr marL="2845622" indent="-285750" algn="l" defTabSz="1218987" rtl="0" eaLnBrk="1" latinLnBrk="0" hangingPunct="1">
        <a:lnSpc>
          <a:spcPct val="95000"/>
        </a:lnSpc>
        <a:spcBef>
          <a:spcPts val="1066"/>
        </a:spcBef>
        <a:buClr>
          <a:schemeClr val="accent6">
            <a:lumMod val="50000"/>
          </a:schemeClr>
        </a:buClr>
        <a:buSzPct val="90000"/>
        <a:buFont typeface="Century Gothic" panose="020B0502020202020204" pitchFamily="34" charset="0"/>
        <a:buChar char="–"/>
        <a:defRPr sz="1800" kern="1200">
          <a:solidFill>
            <a:schemeClr val="tx2">
              <a:lumMod val="50000"/>
            </a:schemeClr>
          </a:solidFill>
          <a:latin typeface="+mn-lt"/>
          <a:ea typeface="+mn-ea"/>
          <a:cs typeface="+mn-cs"/>
        </a:defRPr>
      </a:lvl7pPr>
      <a:lvl8pPr marL="3272267" indent="-285750" algn="l" defTabSz="1218987" rtl="0" eaLnBrk="1" latinLnBrk="0" hangingPunct="1">
        <a:lnSpc>
          <a:spcPct val="95000"/>
        </a:lnSpc>
        <a:spcBef>
          <a:spcPts val="1066"/>
        </a:spcBef>
        <a:buClr>
          <a:schemeClr val="accent6">
            <a:lumMod val="50000"/>
          </a:schemeClr>
        </a:buClr>
        <a:buSzPct val="90000"/>
        <a:buFont typeface="Century Gothic" panose="020B0502020202020204" pitchFamily="34" charset="0"/>
        <a:buChar char="–"/>
        <a:defRPr sz="1800" kern="1200">
          <a:solidFill>
            <a:schemeClr val="tx2">
              <a:lumMod val="50000"/>
            </a:schemeClr>
          </a:solidFill>
          <a:latin typeface="+mn-lt"/>
          <a:ea typeface="+mn-ea"/>
          <a:cs typeface="+mn-cs"/>
        </a:defRPr>
      </a:lvl8pPr>
      <a:lvl9pPr marL="3759862" indent="-285750" algn="l" defTabSz="1218987" rtl="0" eaLnBrk="1" latinLnBrk="0" hangingPunct="1">
        <a:lnSpc>
          <a:spcPct val="95000"/>
        </a:lnSpc>
        <a:spcBef>
          <a:spcPts val="1066"/>
        </a:spcBef>
        <a:buClr>
          <a:schemeClr val="accent6">
            <a:lumMod val="50000"/>
          </a:schemeClr>
        </a:buClr>
        <a:buSzPct val="90000"/>
        <a:buFont typeface="Century Gothic" panose="020B0502020202020204" pitchFamily="34" charset="0"/>
        <a:buChar char="–"/>
        <a:defRPr sz="1800" kern="1200">
          <a:solidFill>
            <a:schemeClr val="tx2">
              <a:lumMod val="50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31" userDrawn="1">
          <p15:clr>
            <a:srgbClr val="F26B43"/>
          </p15:clr>
        </p15:guide>
        <p15:guide id="2" orient="horz" pos="432" userDrawn="1">
          <p15:clr>
            <a:srgbClr val="F26B43"/>
          </p15:clr>
        </p15:guide>
        <p15:guide id="3" pos="7247" userDrawn="1">
          <p15:clr>
            <a:srgbClr val="F26B43"/>
          </p15:clr>
        </p15:guide>
        <p15:guide id="4" orient="horz" pos="388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EF3C93-8F1B-C299-E54D-1A0103B31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4448" y="530352"/>
            <a:ext cx="7772400" cy="2862072"/>
          </a:xfrm>
        </p:spPr>
        <p:txBody>
          <a:bodyPr/>
          <a:lstStyle/>
          <a:p>
            <a:r>
              <a:rPr lang="en-US" dirty="0"/>
              <a:t>Intro to Audio Engineering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0B38F7-C318-B5E3-C231-C6071BBE390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30168" y="3557016"/>
            <a:ext cx="7772401" cy="1066800"/>
          </a:xfrm>
        </p:spPr>
        <p:txBody>
          <a:bodyPr/>
          <a:lstStyle/>
          <a:p>
            <a:r>
              <a:rPr lang="en-US" dirty="0"/>
              <a:t>Week 1 – Microcontrollers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51492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DB7DC9-F6E2-F1D6-FAB2-13C163FD8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Microcontrollers</a:t>
            </a:r>
          </a:p>
        </p:txBody>
      </p:sp>
    </p:spTree>
    <p:extLst>
      <p:ext uri="{BB962C8B-B14F-4D97-AF65-F5344CB8AC3E}">
        <p14:creationId xmlns:p14="http://schemas.microsoft.com/office/powerpoint/2010/main" val="2224086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9E87C-A2A8-71DB-AC77-705222AB58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Microcontroller?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1021CB-E796-1BCE-6578-18EF32C9098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 microcontroller is a programable computer which can interact with the outside world</a:t>
            </a:r>
          </a:p>
          <a:p>
            <a:r>
              <a:rPr lang="en-US" dirty="0"/>
              <a:t>Write code </a:t>
            </a:r>
            <a:r>
              <a:rPr lang="en-US" dirty="0">
                <a:sym typeface="Wingdings" panose="05000000000000000000" pitchFamily="2" charset="2"/>
              </a:rPr>
              <a:t> flash it onto microcontroller  microprocessor on microcontroller executes instructions from code  interact with hardware connected to the microcontroller</a:t>
            </a:r>
          </a:p>
          <a:p>
            <a:r>
              <a:rPr lang="en-US" dirty="0">
                <a:sym typeface="Wingdings" panose="05000000000000000000" pitchFamily="2" charset="2"/>
              </a:rPr>
              <a:t>Take in (software or hardware) inputs, translate into (software or hardware) outputs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6B4732-A3A4-E0E1-7A36-12894F944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7DED6-D4C7-42EE-AB49-D2E39E64FDE4}" type="slidenum">
              <a:rPr lang="en-US" smtClean="0"/>
              <a:pPr/>
              <a:t>3</a:t>
            </a:fld>
            <a:endParaRPr lang="en-US" dirty="0"/>
          </a:p>
        </p:txBody>
      </p:sp>
      <p:pic>
        <p:nvPicPr>
          <p:cNvPr id="7" name="Picture 6" descr="My first project ESP32-S3 handheld console : r/arduino">
            <a:extLst>
              <a:ext uri="{FF2B5EF4-FFF2-40B4-BE49-F238E27FC236}">
                <a16:creationId xmlns:a16="http://schemas.microsoft.com/office/drawing/2014/main" id="{1354F050-9F38-C7D0-E426-C58E8E38B1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6368" y="850392"/>
            <a:ext cx="3869423" cy="5157215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5846CDC4-1725-0299-D835-3CB738D3B680}"/>
              </a:ext>
            </a:extLst>
          </p:cNvPr>
          <p:cNvSpPr/>
          <p:nvPr/>
        </p:nvSpPr>
        <p:spPr>
          <a:xfrm>
            <a:off x="8151812" y="3124200"/>
            <a:ext cx="1981200" cy="1143000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59764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804A7809-8610-0499-6127-3A077E7AA0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21792"/>
            <a:ext cx="10762488" cy="1143000"/>
          </a:xfrm>
        </p:spPr>
        <p:txBody>
          <a:bodyPr>
            <a:normAutofit/>
          </a:bodyPr>
          <a:lstStyle/>
          <a:p>
            <a:pPr algn="ctr"/>
            <a:r>
              <a:rPr lang="en-US" sz="4000" dirty="0"/>
              <a:t>Example Usage: Digital Synthesizer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FFD2CE10-28A0-AA88-77AC-AFF4B903623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57251" y="2313833"/>
            <a:ext cx="4724400" cy="2895600"/>
          </a:xfrm>
          <a:solidFill>
            <a:srgbClr val="EEEDE4"/>
          </a:solidFill>
        </p:spPr>
        <p:txBody>
          <a:bodyPr/>
          <a:lstStyle/>
          <a:p>
            <a:pPr algn="l"/>
            <a:r>
              <a:rPr lang="en-US" dirty="0"/>
              <a:t> </a:t>
            </a:r>
          </a:p>
        </p:txBody>
      </p:sp>
      <p:pic>
        <p:nvPicPr>
          <p:cNvPr id="13" name="Picture Placeholder 12" descr="Mutable Instruments Shruthi">
            <a:extLst>
              <a:ext uri="{FF2B5EF4-FFF2-40B4-BE49-F238E27FC236}">
                <a16:creationId xmlns:a16="http://schemas.microsoft.com/office/drawing/2014/main" id="{C05B79E2-2D6D-6814-EAAF-00DF174655C7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2"/>
          <a:srcRect b="7486"/>
          <a:stretch>
            <a:fillRect/>
          </a:stretch>
        </p:blipFill>
        <p:spPr>
          <a:xfrm>
            <a:off x="6395461" y="2313833"/>
            <a:ext cx="4724400" cy="2895600"/>
          </a:xfrm>
          <a:custGeom>
            <a:avLst/>
            <a:gdLst>
              <a:gd name="connsiteX0" fmla="*/ 235470 w 4724400"/>
              <a:gd name="connsiteY0" fmla="*/ 0 h 2895600"/>
              <a:gd name="connsiteX1" fmla="*/ 4488930 w 4724400"/>
              <a:gd name="connsiteY1" fmla="*/ 0 h 2895600"/>
              <a:gd name="connsiteX2" fmla="*/ 4724400 w 4724400"/>
              <a:gd name="connsiteY2" fmla="*/ 235470 h 2895600"/>
              <a:gd name="connsiteX3" fmla="*/ 4724400 w 4724400"/>
              <a:gd name="connsiteY3" fmla="*/ 2660130 h 2895600"/>
              <a:gd name="connsiteX4" fmla="*/ 4488930 w 4724400"/>
              <a:gd name="connsiteY4" fmla="*/ 2895600 h 2895600"/>
              <a:gd name="connsiteX5" fmla="*/ 235470 w 4724400"/>
              <a:gd name="connsiteY5" fmla="*/ 2895600 h 2895600"/>
              <a:gd name="connsiteX6" fmla="*/ 188015 w 4724400"/>
              <a:gd name="connsiteY6" fmla="*/ 2890816 h 2895600"/>
              <a:gd name="connsiteX7" fmla="*/ 182053 w 4724400"/>
              <a:gd name="connsiteY7" fmla="*/ 2888966 h 2895600"/>
              <a:gd name="connsiteX8" fmla="*/ 240221 w 4724400"/>
              <a:gd name="connsiteY8" fmla="*/ 2859062 h 2895600"/>
              <a:gd name="connsiteX9" fmla="*/ 283213 w 4724400"/>
              <a:gd name="connsiteY9" fmla="*/ 2577420 h 2895600"/>
              <a:gd name="connsiteX10" fmla="*/ 3325 w 4724400"/>
              <a:gd name="connsiteY10" fmla="*/ 2533112 h 2895600"/>
              <a:gd name="connsiteX11" fmla="*/ 0 w 4724400"/>
              <a:gd name="connsiteY11" fmla="*/ 2536350 h 2895600"/>
              <a:gd name="connsiteX12" fmla="*/ 0 w 4724400"/>
              <a:gd name="connsiteY12" fmla="*/ 235470 h 2895600"/>
              <a:gd name="connsiteX13" fmla="*/ 235470 w 4724400"/>
              <a:gd name="connsiteY13" fmla="*/ 0 h 289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4724400" h="2895600">
                <a:moveTo>
                  <a:pt x="235470" y="0"/>
                </a:moveTo>
                <a:lnTo>
                  <a:pt x="4488930" y="0"/>
                </a:lnTo>
                <a:cubicBezTo>
                  <a:pt x="4618976" y="0"/>
                  <a:pt x="4724400" y="105424"/>
                  <a:pt x="4724400" y="235470"/>
                </a:cubicBezTo>
                <a:lnTo>
                  <a:pt x="4724400" y="2660130"/>
                </a:lnTo>
                <a:cubicBezTo>
                  <a:pt x="4724400" y="2790176"/>
                  <a:pt x="4618976" y="2895600"/>
                  <a:pt x="4488930" y="2895600"/>
                </a:cubicBezTo>
                <a:lnTo>
                  <a:pt x="235470" y="2895600"/>
                </a:lnTo>
                <a:cubicBezTo>
                  <a:pt x="219214" y="2895600"/>
                  <a:pt x="203343" y="2893953"/>
                  <a:pt x="188015" y="2890816"/>
                </a:cubicBezTo>
                <a:lnTo>
                  <a:pt x="182053" y="2888966"/>
                </a:lnTo>
                <a:lnTo>
                  <a:pt x="240221" y="2859062"/>
                </a:lnTo>
                <a:cubicBezTo>
                  <a:pt x="329714" y="2793258"/>
                  <a:pt x="349017" y="2666914"/>
                  <a:pt x="283213" y="2577420"/>
                </a:cubicBezTo>
                <a:cubicBezTo>
                  <a:pt x="217847" y="2488365"/>
                  <a:pt x="93258" y="2468624"/>
                  <a:pt x="3325" y="2533112"/>
                </a:cubicBezTo>
                <a:lnTo>
                  <a:pt x="0" y="2536350"/>
                </a:lnTo>
                <a:lnTo>
                  <a:pt x="0" y="235470"/>
                </a:lnTo>
                <a:cubicBezTo>
                  <a:pt x="0" y="105424"/>
                  <a:pt x="105424" y="0"/>
                  <a:pt x="235470" y="0"/>
                </a:cubicBezTo>
                <a:close/>
              </a:path>
            </a:pathLst>
          </a:custGeom>
          <a:noFill/>
          <a:effectLst>
            <a:outerShdw blurRad="50800" dist="38100" dir="5400000" algn="t" rotWithShape="0">
              <a:schemeClr val="tx1">
                <a:alpha val="40000"/>
              </a:schemeClr>
            </a:outerShdw>
          </a:effectLst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890B24-FCBE-3086-F67D-5728F8A82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437812" y="6190488"/>
            <a:ext cx="919036" cy="210312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EB37DED6-D4C7-42EE-AB49-D2E39E64FDE4}" type="slidenum">
              <a:rPr lang="en-US" sz="600" smtClean="0"/>
              <a:pPr>
                <a:lnSpc>
                  <a:spcPct val="90000"/>
                </a:lnSpc>
                <a:spcAft>
                  <a:spcPts val="600"/>
                </a:spcAft>
              </a:pPr>
              <a:t>4</a:t>
            </a:fld>
            <a:endParaRPr lang="en-US" sz="6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2BF7F34-C731-012B-EB06-8D34E99F9744}"/>
              </a:ext>
            </a:extLst>
          </p:cNvPr>
          <p:cNvSpPr txBox="1"/>
          <p:nvPr/>
        </p:nvSpPr>
        <p:spPr>
          <a:xfrm>
            <a:off x="1047751" y="2631888"/>
            <a:ext cx="4343400" cy="19636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5000"/>
              </a:lnSpc>
            </a:pPr>
            <a:r>
              <a:rPr lang="en-US" sz="1600" b="1" dirty="0">
                <a:solidFill>
                  <a:srgbClr val="435F30"/>
                </a:solidFill>
              </a:rPr>
              <a:t>Inputs: </a:t>
            </a:r>
            <a:r>
              <a:rPr lang="en-US" sz="1600" dirty="0">
                <a:solidFill>
                  <a:srgbClr val="435F30"/>
                </a:solidFill>
              </a:rPr>
              <a:t>buttons, knobs</a:t>
            </a:r>
          </a:p>
          <a:p>
            <a:pPr>
              <a:lnSpc>
                <a:spcPct val="95000"/>
              </a:lnSpc>
            </a:pPr>
            <a:endParaRPr lang="en-US" sz="1600" dirty="0">
              <a:solidFill>
                <a:srgbClr val="435F30"/>
              </a:solidFill>
            </a:endParaRPr>
          </a:p>
          <a:p>
            <a:pPr>
              <a:lnSpc>
                <a:spcPct val="95000"/>
              </a:lnSpc>
            </a:pPr>
            <a:r>
              <a:rPr lang="en-US" sz="1600" b="1" dirty="0">
                <a:solidFill>
                  <a:srgbClr val="435F30"/>
                </a:solidFill>
              </a:rPr>
              <a:t>Outputs: </a:t>
            </a:r>
            <a:r>
              <a:rPr lang="en-US" sz="1600" dirty="0">
                <a:solidFill>
                  <a:srgbClr val="435F30"/>
                </a:solidFill>
              </a:rPr>
              <a:t>speakers, MIDI signals to computer</a:t>
            </a:r>
          </a:p>
          <a:p>
            <a:pPr>
              <a:lnSpc>
                <a:spcPct val="95000"/>
              </a:lnSpc>
            </a:pPr>
            <a:endParaRPr lang="en-US" sz="1600" dirty="0">
              <a:solidFill>
                <a:srgbClr val="435F30"/>
              </a:solidFill>
            </a:endParaRPr>
          </a:p>
          <a:p>
            <a:pPr>
              <a:lnSpc>
                <a:spcPct val="95000"/>
              </a:lnSpc>
            </a:pPr>
            <a:r>
              <a:rPr lang="en-US" sz="1600" b="1" dirty="0">
                <a:solidFill>
                  <a:srgbClr val="435F30"/>
                </a:solidFill>
              </a:rPr>
              <a:t>In between: </a:t>
            </a:r>
            <a:r>
              <a:rPr lang="en-US" sz="1600" dirty="0">
                <a:solidFill>
                  <a:srgbClr val="435F30"/>
                </a:solidFill>
              </a:rPr>
              <a:t>detect hardware inputs, translate them into MIDI messages in software, produce sound using hardware.</a:t>
            </a:r>
            <a:endParaRPr lang="en-US" sz="1600" b="1" dirty="0">
              <a:solidFill>
                <a:srgbClr val="435F3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718570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9C0D05-3FA1-D11C-140F-027A3A5A6A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85EE71E8-C14F-967A-DFC6-1208F9E289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21792"/>
            <a:ext cx="10762488" cy="1143000"/>
          </a:xfrm>
        </p:spPr>
        <p:txBody>
          <a:bodyPr>
            <a:normAutofit/>
          </a:bodyPr>
          <a:lstStyle/>
          <a:p>
            <a:pPr algn="ctr"/>
            <a:r>
              <a:rPr lang="en-US" sz="4000" dirty="0"/>
              <a:t>Example Usage: Sound Reactive LEDs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B18496CB-223E-AA4C-B04F-894FDF0ACDE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57251" y="2313833"/>
            <a:ext cx="4724400" cy="2895600"/>
          </a:xfrm>
          <a:solidFill>
            <a:srgbClr val="EEEDE4"/>
          </a:solidFill>
        </p:spPr>
        <p:txBody>
          <a:bodyPr/>
          <a:lstStyle/>
          <a:p>
            <a:pPr algn="l"/>
            <a:r>
              <a:rPr lang="en-US" dirty="0"/>
              <a:t>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9CE2C9-6DAB-C868-90D5-D08FBB2304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437812" y="6190488"/>
            <a:ext cx="919036" cy="210312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EB37DED6-D4C7-42EE-AB49-D2E39E64FDE4}" type="slidenum">
              <a:rPr lang="en-US" sz="600" smtClean="0"/>
              <a:pPr>
                <a:lnSpc>
                  <a:spcPct val="90000"/>
                </a:lnSpc>
                <a:spcAft>
                  <a:spcPts val="600"/>
                </a:spcAft>
              </a:pPr>
              <a:t>5</a:t>
            </a:fld>
            <a:endParaRPr lang="en-US" sz="6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FA14B9F-1055-AA8D-7A0E-B9C22254C176}"/>
              </a:ext>
            </a:extLst>
          </p:cNvPr>
          <p:cNvSpPr txBox="1"/>
          <p:nvPr/>
        </p:nvSpPr>
        <p:spPr>
          <a:xfrm>
            <a:off x="1047751" y="2631888"/>
            <a:ext cx="4343400" cy="19636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5000"/>
              </a:lnSpc>
            </a:pPr>
            <a:r>
              <a:rPr lang="en-US" sz="1600" b="1" dirty="0">
                <a:solidFill>
                  <a:srgbClr val="435F30"/>
                </a:solidFill>
              </a:rPr>
              <a:t>Inputs: </a:t>
            </a:r>
            <a:r>
              <a:rPr lang="en-US" sz="1600" dirty="0">
                <a:solidFill>
                  <a:srgbClr val="435F30"/>
                </a:solidFill>
              </a:rPr>
              <a:t>microphone</a:t>
            </a:r>
          </a:p>
          <a:p>
            <a:pPr>
              <a:lnSpc>
                <a:spcPct val="95000"/>
              </a:lnSpc>
            </a:pPr>
            <a:endParaRPr lang="en-US" sz="1600" dirty="0">
              <a:solidFill>
                <a:srgbClr val="435F30"/>
              </a:solidFill>
            </a:endParaRPr>
          </a:p>
          <a:p>
            <a:pPr>
              <a:lnSpc>
                <a:spcPct val="95000"/>
              </a:lnSpc>
            </a:pPr>
            <a:r>
              <a:rPr lang="en-US" sz="1600" b="1" dirty="0">
                <a:solidFill>
                  <a:srgbClr val="435F30"/>
                </a:solidFill>
              </a:rPr>
              <a:t>Outputs: </a:t>
            </a:r>
            <a:r>
              <a:rPr lang="en-US" sz="1600" dirty="0">
                <a:solidFill>
                  <a:srgbClr val="435F30"/>
                </a:solidFill>
              </a:rPr>
              <a:t>LEDs</a:t>
            </a:r>
          </a:p>
          <a:p>
            <a:pPr>
              <a:lnSpc>
                <a:spcPct val="95000"/>
              </a:lnSpc>
            </a:pPr>
            <a:endParaRPr lang="en-US" sz="1600" dirty="0">
              <a:solidFill>
                <a:srgbClr val="435F30"/>
              </a:solidFill>
            </a:endParaRPr>
          </a:p>
          <a:p>
            <a:pPr>
              <a:lnSpc>
                <a:spcPct val="95000"/>
              </a:lnSpc>
            </a:pPr>
            <a:r>
              <a:rPr lang="en-US" sz="1600" b="1" dirty="0">
                <a:solidFill>
                  <a:srgbClr val="435F30"/>
                </a:solidFill>
              </a:rPr>
              <a:t>In between: </a:t>
            </a:r>
            <a:r>
              <a:rPr lang="en-US" sz="1600" dirty="0">
                <a:solidFill>
                  <a:srgbClr val="435F30"/>
                </a:solidFill>
              </a:rPr>
              <a:t>translate &amp; interpret microphone data into audio features like volume, pitch, beat detection. Manipulate LED ring to respond to events.</a:t>
            </a:r>
            <a:endParaRPr lang="en-US" sz="1600" b="1" dirty="0">
              <a:solidFill>
                <a:srgbClr val="435F30"/>
              </a:solidFill>
            </a:endParaRPr>
          </a:p>
        </p:txBody>
      </p:sp>
      <p:pic>
        <p:nvPicPr>
          <p:cNvPr id="22" name="Content Placeholder 21" descr="Sound-controlled RGB smart lamp using Sound Detector Sensor and ESP32 –  CreateLabz Store">
            <a:extLst>
              <a:ext uri="{FF2B5EF4-FFF2-40B4-BE49-F238E27FC236}">
                <a16:creationId xmlns:a16="http://schemas.microsoft.com/office/drawing/2014/main" id="{1CFD4E07-99CC-2E5A-E7CB-60F5807614A7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2"/>
          <a:srcRect t="10359" b="7920"/>
          <a:stretch>
            <a:fillRect/>
          </a:stretch>
        </p:blipFill>
        <p:spPr>
          <a:custGeom>
            <a:avLst/>
            <a:gdLst>
              <a:gd name="connsiteX0" fmla="*/ 235470 w 4724400"/>
              <a:gd name="connsiteY0" fmla="*/ 0 h 2895600"/>
              <a:gd name="connsiteX1" fmla="*/ 4410363 w 4724400"/>
              <a:gd name="connsiteY1" fmla="*/ 0 h 2895600"/>
              <a:gd name="connsiteX2" fmla="*/ 4402058 w 4724400"/>
              <a:gd name="connsiteY2" fmla="*/ 8305 h 2895600"/>
              <a:gd name="connsiteX3" fmla="*/ 4595726 w 4724400"/>
              <a:gd name="connsiteY3" fmla="*/ 201973 h 2895600"/>
              <a:gd name="connsiteX4" fmla="*/ 4684950 w 4724400"/>
              <a:gd name="connsiteY4" fmla="*/ 112749 h 2895600"/>
              <a:gd name="connsiteX5" fmla="*/ 4705896 w 4724400"/>
              <a:gd name="connsiteY5" fmla="*/ 143815 h 2895600"/>
              <a:gd name="connsiteX6" fmla="*/ 4724400 w 4724400"/>
              <a:gd name="connsiteY6" fmla="*/ 235470 h 2895600"/>
              <a:gd name="connsiteX7" fmla="*/ 4724400 w 4724400"/>
              <a:gd name="connsiteY7" fmla="*/ 2660130 h 2895600"/>
              <a:gd name="connsiteX8" fmla="*/ 4488930 w 4724400"/>
              <a:gd name="connsiteY8" fmla="*/ 2895600 h 2895600"/>
              <a:gd name="connsiteX9" fmla="*/ 235470 w 4724400"/>
              <a:gd name="connsiteY9" fmla="*/ 2895600 h 2895600"/>
              <a:gd name="connsiteX10" fmla="*/ 0 w 4724400"/>
              <a:gd name="connsiteY10" fmla="*/ 2660130 h 2895600"/>
              <a:gd name="connsiteX11" fmla="*/ 0 w 4724400"/>
              <a:gd name="connsiteY11" fmla="*/ 235470 h 2895600"/>
              <a:gd name="connsiteX12" fmla="*/ 235470 w 4724400"/>
              <a:gd name="connsiteY12" fmla="*/ 0 h 289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724400" h="2895600">
                <a:moveTo>
                  <a:pt x="235470" y="0"/>
                </a:moveTo>
                <a:lnTo>
                  <a:pt x="4410363" y="0"/>
                </a:lnTo>
                <a:lnTo>
                  <a:pt x="4402058" y="8305"/>
                </a:lnTo>
                <a:lnTo>
                  <a:pt x="4595726" y="201973"/>
                </a:lnTo>
                <a:lnTo>
                  <a:pt x="4684950" y="112749"/>
                </a:lnTo>
                <a:lnTo>
                  <a:pt x="4705896" y="143815"/>
                </a:lnTo>
                <a:cubicBezTo>
                  <a:pt x="4717811" y="171986"/>
                  <a:pt x="4724400" y="202959"/>
                  <a:pt x="4724400" y="235470"/>
                </a:cubicBezTo>
                <a:lnTo>
                  <a:pt x="4724400" y="2660130"/>
                </a:lnTo>
                <a:cubicBezTo>
                  <a:pt x="4724400" y="2790176"/>
                  <a:pt x="4618976" y="2895600"/>
                  <a:pt x="4488930" y="2895600"/>
                </a:cubicBezTo>
                <a:lnTo>
                  <a:pt x="235470" y="2895600"/>
                </a:lnTo>
                <a:cubicBezTo>
                  <a:pt x="105424" y="2895600"/>
                  <a:pt x="0" y="2790176"/>
                  <a:pt x="0" y="2660130"/>
                </a:cubicBezTo>
                <a:lnTo>
                  <a:pt x="0" y="235470"/>
                </a:lnTo>
                <a:cubicBezTo>
                  <a:pt x="0" y="105424"/>
                  <a:pt x="105424" y="0"/>
                  <a:pt x="235470" y="0"/>
                </a:cubicBezTo>
                <a:close/>
              </a:path>
            </a:pathLst>
          </a:custGeom>
          <a:noFill/>
          <a:effectLst>
            <a:outerShdw blurRad="50800" dist="38100" dir="5400000" algn="t" rotWithShape="0">
              <a:schemeClr val="tx1">
                <a:alpha val="40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38167368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FDCAFE-6869-F12D-3C92-D39845B06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CBA916-FAA3-AB6D-B42B-DBE9D48BA8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Week 1 Project</a:t>
            </a:r>
          </a:p>
        </p:txBody>
      </p:sp>
    </p:spTree>
    <p:extLst>
      <p:ext uri="{BB962C8B-B14F-4D97-AF65-F5344CB8AC3E}">
        <p14:creationId xmlns:p14="http://schemas.microsoft.com/office/powerpoint/2010/main" val="42881128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D35C2-E100-6180-8FF6-0EA462323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E5CA01D9-FB57-E275-CF6F-B44AF5460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21792"/>
            <a:ext cx="10762488" cy="1143000"/>
          </a:xfrm>
        </p:spPr>
        <p:txBody>
          <a:bodyPr>
            <a:normAutofit/>
          </a:bodyPr>
          <a:lstStyle/>
          <a:p>
            <a:pPr algn="ctr"/>
            <a:r>
              <a:rPr lang="en-US" sz="4000" dirty="0"/>
              <a:t>Week 1 Project: LED &amp; Buzzer Synth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426F2D4A-41D4-D427-0D10-DBE4496F44C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57251" y="2313833"/>
            <a:ext cx="4724400" cy="2895600"/>
          </a:xfrm>
          <a:solidFill>
            <a:srgbClr val="EEEDE4"/>
          </a:solidFill>
        </p:spPr>
        <p:txBody>
          <a:bodyPr/>
          <a:lstStyle/>
          <a:p>
            <a:pPr algn="l"/>
            <a:r>
              <a:rPr lang="en-US" dirty="0"/>
              <a:t>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7DE985-CF28-50AA-4864-47AB7ADFA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437812" y="6190488"/>
            <a:ext cx="919036" cy="210312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EB37DED6-D4C7-42EE-AB49-D2E39E64FDE4}" type="slidenum">
              <a:rPr lang="en-US" sz="600" smtClean="0"/>
              <a:pPr>
                <a:lnSpc>
                  <a:spcPct val="90000"/>
                </a:lnSpc>
                <a:spcAft>
                  <a:spcPts val="600"/>
                </a:spcAft>
              </a:pPr>
              <a:t>7</a:t>
            </a:fld>
            <a:endParaRPr lang="en-US" sz="6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BC51783-1037-4448-F228-4C42FBEA5CE2}"/>
              </a:ext>
            </a:extLst>
          </p:cNvPr>
          <p:cNvSpPr txBox="1"/>
          <p:nvPr/>
        </p:nvSpPr>
        <p:spPr>
          <a:xfrm>
            <a:off x="1047751" y="2631888"/>
            <a:ext cx="4343400" cy="17297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5000"/>
              </a:lnSpc>
            </a:pPr>
            <a:r>
              <a:rPr lang="en-US" sz="1600" b="1" dirty="0">
                <a:solidFill>
                  <a:srgbClr val="435F30"/>
                </a:solidFill>
              </a:rPr>
              <a:t>Inputs: </a:t>
            </a:r>
            <a:r>
              <a:rPr lang="en-US" sz="1600" dirty="0">
                <a:solidFill>
                  <a:srgbClr val="435F30"/>
                </a:solidFill>
              </a:rPr>
              <a:t>buttons</a:t>
            </a:r>
          </a:p>
          <a:p>
            <a:pPr>
              <a:lnSpc>
                <a:spcPct val="95000"/>
              </a:lnSpc>
            </a:pPr>
            <a:endParaRPr lang="en-US" sz="1600" dirty="0">
              <a:solidFill>
                <a:srgbClr val="435F30"/>
              </a:solidFill>
            </a:endParaRPr>
          </a:p>
          <a:p>
            <a:pPr>
              <a:lnSpc>
                <a:spcPct val="95000"/>
              </a:lnSpc>
            </a:pPr>
            <a:r>
              <a:rPr lang="en-US" sz="1600" b="1" dirty="0">
                <a:solidFill>
                  <a:srgbClr val="435F30"/>
                </a:solidFill>
              </a:rPr>
              <a:t>Outputs: </a:t>
            </a:r>
            <a:r>
              <a:rPr lang="en-US" sz="1600" dirty="0">
                <a:solidFill>
                  <a:srgbClr val="435F30"/>
                </a:solidFill>
              </a:rPr>
              <a:t>LEDs, buzzer</a:t>
            </a:r>
          </a:p>
          <a:p>
            <a:pPr>
              <a:lnSpc>
                <a:spcPct val="95000"/>
              </a:lnSpc>
            </a:pPr>
            <a:endParaRPr lang="en-US" sz="1600" dirty="0">
              <a:solidFill>
                <a:srgbClr val="435F30"/>
              </a:solidFill>
            </a:endParaRPr>
          </a:p>
          <a:p>
            <a:pPr>
              <a:lnSpc>
                <a:spcPct val="95000"/>
              </a:lnSpc>
            </a:pPr>
            <a:r>
              <a:rPr lang="en-US" sz="1600" b="1" dirty="0">
                <a:solidFill>
                  <a:srgbClr val="435F30"/>
                </a:solidFill>
              </a:rPr>
              <a:t>In between: </a:t>
            </a:r>
            <a:r>
              <a:rPr lang="en-US" sz="1600" dirty="0">
                <a:solidFill>
                  <a:srgbClr val="435F30"/>
                </a:solidFill>
              </a:rPr>
              <a:t>detect button press, decide which LED to turn on, decide which sound to play.</a:t>
            </a:r>
            <a:endParaRPr lang="en-US" sz="1600" b="1" dirty="0">
              <a:solidFill>
                <a:srgbClr val="435F30"/>
              </a:solidFill>
            </a:endParaRPr>
          </a:p>
        </p:txBody>
      </p:sp>
      <p:pic>
        <p:nvPicPr>
          <p:cNvPr id="22" name="Content Placeholder 21" descr="Sound-controlled RGB smart lamp using Sound Detector Sensor and ESP32 –  CreateLabz Store">
            <a:extLst>
              <a:ext uri="{FF2B5EF4-FFF2-40B4-BE49-F238E27FC236}">
                <a16:creationId xmlns:a16="http://schemas.microsoft.com/office/drawing/2014/main" id="{FDEB76D9-1C30-22F5-7111-98D5CD39D297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2"/>
          <a:srcRect t="10359" b="7920"/>
          <a:stretch>
            <a:fillRect/>
          </a:stretch>
        </p:blipFill>
        <p:spPr>
          <a:custGeom>
            <a:avLst/>
            <a:gdLst>
              <a:gd name="connsiteX0" fmla="*/ 235470 w 4724400"/>
              <a:gd name="connsiteY0" fmla="*/ 0 h 2895600"/>
              <a:gd name="connsiteX1" fmla="*/ 4410363 w 4724400"/>
              <a:gd name="connsiteY1" fmla="*/ 0 h 2895600"/>
              <a:gd name="connsiteX2" fmla="*/ 4402058 w 4724400"/>
              <a:gd name="connsiteY2" fmla="*/ 8305 h 2895600"/>
              <a:gd name="connsiteX3" fmla="*/ 4595726 w 4724400"/>
              <a:gd name="connsiteY3" fmla="*/ 201973 h 2895600"/>
              <a:gd name="connsiteX4" fmla="*/ 4684950 w 4724400"/>
              <a:gd name="connsiteY4" fmla="*/ 112749 h 2895600"/>
              <a:gd name="connsiteX5" fmla="*/ 4705896 w 4724400"/>
              <a:gd name="connsiteY5" fmla="*/ 143815 h 2895600"/>
              <a:gd name="connsiteX6" fmla="*/ 4724400 w 4724400"/>
              <a:gd name="connsiteY6" fmla="*/ 235470 h 2895600"/>
              <a:gd name="connsiteX7" fmla="*/ 4724400 w 4724400"/>
              <a:gd name="connsiteY7" fmla="*/ 2660130 h 2895600"/>
              <a:gd name="connsiteX8" fmla="*/ 4488930 w 4724400"/>
              <a:gd name="connsiteY8" fmla="*/ 2895600 h 2895600"/>
              <a:gd name="connsiteX9" fmla="*/ 235470 w 4724400"/>
              <a:gd name="connsiteY9" fmla="*/ 2895600 h 2895600"/>
              <a:gd name="connsiteX10" fmla="*/ 0 w 4724400"/>
              <a:gd name="connsiteY10" fmla="*/ 2660130 h 2895600"/>
              <a:gd name="connsiteX11" fmla="*/ 0 w 4724400"/>
              <a:gd name="connsiteY11" fmla="*/ 235470 h 2895600"/>
              <a:gd name="connsiteX12" fmla="*/ 235470 w 4724400"/>
              <a:gd name="connsiteY12" fmla="*/ 0 h 289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724400" h="2895600">
                <a:moveTo>
                  <a:pt x="235470" y="0"/>
                </a:moveTo>
                <a:lnTo>
                  <a:pt x="4410363" y="0"/>
                </a:lnTo>
                <a:lnTo>
                  <a:pt x="4402058" y="8305"/>
                </a:lnTo>
                <a:lnTo>
                  <a:pt x="4595726" y="201973"/>
                </a:lnTo>
                <a:lnTo>
                  <a:pt x="4684950" y="112749"/>
                </a:lnTo>
                <a:lnTo>
                  <a:pt x="4705896" y="143815"/>
                </a:lnTo>
                <a:cubicBezTo>
                  <a:pt x="4717811" y="171986"/>
                  <a:pt x="4724400" y="202959"/>
                  <a:pt x="4724400" y="235470"/>
                </a:cubicBezTo>
                <a:lnTo>
                  <a:pt x="4724400" y="2660130"/>
                </a:lnTo>
                <a:cubicBezTo>
                  <a:pt x="4724400" y="2790176"/>
                  <a:pt x="4618976" y="2895600"/>
                  <a:pt x="4488930" y="2895600"/>
                </a:cubicBezTo>
                <a:lnTo>
                  <a:pt x="235470" y="2895600"/>
                </a:lnTo>
                <a:cubicBezTo>
                  <a:pt x="105424" y="2895600"/>
                  <a:pt x="0" y="2790176"/>
                  <a:pt x="0" y="2660130"/>
                </a:cubicBezTo>
                <a:lnTo>
                  <a:pt x="0" y="235470"/>
                </a:lnTo>
                <a:cubicBezTo>
                  <a:pt x="0" y="105424"/>
                  <a:pt x="105424" y="0"/>
                  <a:pt x="235470" y="0"/>
                </a:cubicBezTo>
                <a:close/>
              </a:path>
            </a:pathLst>
          </a:custGeom>
          <a:noFill/>
          <a:effectLst>
            <a:outerShdw blurRad="50800" dist="38100" dir="5400000" algn="t" rotWithShape="0">
              <a:schemeClr val="tx1">
                <a:alpha val="40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38160396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C2F964-B778-F963-6896-BCE5239D0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dirty="0"/>
              <a:t>Project Modification Ideas</a:t>
            </a:r>
          </a:p>
        </p:txBody>
      </p:sp>
      <p:sp>
        <p:nvSpPr>
          <p:cNvPr id="3" name="Table Placeholder 2">
            <a:extLst>
              <a:ext uri="{FF2B5EF4-FFF2-40B4-BE49-F238E27FC236}">
                <a16:creationId xmlns:a16="http://schemas.microsoft.com/office/drawing/2014/main" id="{42370587-A600-47DA-EDB1-509779E102E3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594360" y="1810513"/>
            <a:ext cx="10770221" cy="2228088"/>
          </a:xfrm>
        </p:spPr>
        <p:txBody>
          <a:bodyPr/>
          <a:lstStyle/>
          <a:p>
            <a:r>
              <a:rPr lang="en-US" dirty="0"/>
              <a:t>Add volume control buttons</a:t>
            </a:r>
          </a:p>
          <a:p>
            <a:r>
              <a:rPr lang="en-US" dirty="0"/>
              <a:t>Add shift pitch up/down buttons</a:t>
            </a:r>
          </a:p>
          <a:p>
            <a:r>
              <a:rPr lang="en-US" dirty="0"/>
              <a:t>Change the LED display to do something cool, add more LEDs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3B17D0-174B-EE66-0F85-96B30B6E2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7DED6-D4C7-42EE-AB49-D2E39E64FDE4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75904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33EB7B-F80F-8EF7-E915-EB02F836F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81051-BC58-B4D9-1B27-58EFF57439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Software Basics</a:t>
            </a:r>
          </a:p>
        </p:txBody>
      </p:sp>
    </p:spTree>
    <p:extLst>
      <p:ext uri="{BB962C8B-B14F-4D97-AF65-F5344CB8AC3E}">
        <p14:creationId xmlns:p14="http://schemas.microsoft.com/office/powerpoint/2010/main" val="4391785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B4F80F-2781-C70D-431C-DA7F1EB04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07889-14E9-5354-7049-78245BD88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400" dirty="0"/>
              <a:t>Variables</a:t>
            </a:r>
          </a:p>
        </p:txBody>
      </p:sp>
      <p:sp>
        <p:nvSpPr>
          <p:cNvPr id="3" name="Table Placeholder 2">
            <a:extLst>
              <a:ext uri="{FF2B5EF4-FFF2-40B4-BE49-F238E27FC236}">
                <a16:creationId xmlns:a16="http://schemas.microsoft.com/office/drawing/2014/main" id="{265D3D74-436F-D935-9468-040D76E6AB40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/>
        <p:txBody>
          <a:bodyPr/>
          <a:lstStyle/>
          <a:p>
            <a:r>
              <a:rPr lang="en-US" b="1" dirty="0"/>
              <a:t>Declaration &amp; Assignment: </a:t>
            </a:r>
            <a:r>
              <a:rPr lang="en-US" dirty="0"/>
              <a:t>[variable type] [variable name] = [variable value];</a:t>
            </a:r>
          </a:p>
          <a:p>
            <a:r>
              <a:rPr lang="en-US" b="1" dirty="0"/>
              <a:t>Declaration: </a:t>
            </a:r>
            <a:r>
              <a:rPr lang="en-US" dirty="0"/>
              <a:t>[variable type] [variable name];</a:t>
            </a:r>
          </a:p>
          <a:p>
            <a:r>
              <a:rPr lang="en-US" b="1" dirty="0"/>
              <a:t>Assignment: </a:t>
            </a:r>
            <a:r>
              <a:rPr lang="en-US" dirty="0"/>
              <a:t>[variable name] = [variable value];</a:t>
            </a:r>
          </a:p>
          <a:p>
            <a:endParaRPr lang="en-US" dirty="0"/>
          </a:p>
          <a:p>
            <a:r>
              <a:rPr lang="en-US" dirty="0"/>
              <a:t>Declaration must happen before or at the same time as assignment.</a:t>
            </a:r>
          </a:p>
          <a:p>
            <a:r>
              <a:rPr lang="en-US" dirty="0"/>
              <a:t>Variables are useful for making the code more readable and easier to refactor.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8D2A29-205D-3729-F033-8BD711EB6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7DED6-D4C7-42EE-AB49-D2E39E64FDE4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27862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A70F3-14B4-40B5-A898-1A9C47322C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AE178-E686-DE7D-DF92-BEED4A3A2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400" dirty="0"/>
              <a:t>Conditionals</a:t>
            </a:r>
          </a:p>
        </p:txBody>
      </p:sp>
      <p:sp>
        <p:nvSpPr>
          <p:cNvPr id="3" name="Table Placeholder 2">
            <a:extLst>
              <a:ext uri="{FF2B5EF4-FFF2-40B4-BE49-F238E27FC236}">
                <a16:creationId xmlns:a16="http://schemas.microsoft.com/office/drawing/2014/main" id="{833AC6AB-A0D7-479C-4DED-8F4335D906BF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/>
        <p:txBody>
          <a:bodyPr/>
          <a:lstStyle/>
          <a:p>
            <a:r>
              <a:rPr lang="en-US" dirty="0"/>
              <a:t>if(condition){}</a:t>
            </a:r>
          </a:p>
          <a:p>
            <a:r>
              <a:rPr lang="en-US" dirty="0"/>
              <a:t>If(condition){}, else if(){}…. else{}</a:t>
            </a:r>
          </a:p>
          <a:p>
            <a:r>
              <a:rPr lang="en-US" dirty="0"/>
              <a:t>If(condition){} else{}</a:t>
            </a:r>
          </a:p>
          <a:p>
            <a:r>
              <a:rPr lang="en-US" dirty="0"/>
              <a:t>Logical comparison: &amp;&amp;, ==, !=, !, ..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FD730A-E531-663F-7EEE-FF5D5D726E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7DED6-D4C7-42EE-AB49-D2E39E64FDE4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84F1A4B-8B7C-D9D8-AC11-237CCD1870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812" y="2181207"/>
            <a:ext cx="4563353" cy="2495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43511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4B4B62-BCDD-91D0-BCB4-E818CE935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1FBD8-2ED3-196E-2EBE-C4B7AC9AD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400" dirty="0"/>
              <a:t>Loops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566507-7672-26D0-CF5A-CD9363F80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7DED6-D4C7-42EE-AB49-D2E39E64FDE4}" type="slidenum">
              <a:rPr lang="en-US" smtClean="0"/>
              <a:pPr/>
              <a:t>12</a:t>
            </a:fld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27079E3-070C-D764-A003-8ABA551D12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056" y="1897380"/>
            <a:ext cx="8618456" cy="1322832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E902159-ECCB-4121-89C8-31E27805B8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4251" y="4038600"/>
            <a:ext cx="8758067" cy="1322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79845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901227-E2CE-A046-CC9A-968E8464C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ED615-EE4B-B36A-E842-0BEC23C10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400" dirty="0"/>
              <a:t>Loops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07454B-2ACC-4B70-819C-63167CFF06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7DED6-D4C7-42EE-AB49-D2E39E64FDE4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A2629EB-82B2-9FF4-6A21-E07809BC1B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6848" y="2033050"/>
            <a:ext cx="5455127" cy="3648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41388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D153C2-7114-EEA1-DF37-1011D020D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00007-0C6D-BA41-B23A-BC68097E01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400" dirty="0"/>
              <a:t>Loops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23A130-52B7-9788-5175-BDF372CBE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7DED6-D4C7-42EE-AB49-D2E39E64FDE4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270FAAC-1AF2-91C8-B6D2-1608CE3B4C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2629" y="2057400"/>
            <a:ext cx="6441312" cy="3457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308192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E2C1EE-2129-9DE5-8B3F-A3D7BD80A1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DCF74-8E21-4A97-C3A5-83205058B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400" dirty="0"/>
              <a:t>Functions</a:t>
            </a:r>
          </a:p>
        </p:txBody>
      </p:sp>
      <p:sp>
        <p:nvSpPr>
          <p:cNvPr id="3" name="Table Placeholder 2">
            <a:extLst>
              <a:ext uri="{FF2B5EF4-FFF2-40B4-BE49-F238E27FC236}">
                <a16:creationId xmlns:a16="http://schemas.microsoft.com/office/drawing/2014/main" id="{EA875BA9-AE56-A82F-312B-3CD5B4991C55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Take 0 or more inputs, return 0 or 1 outputs</a:t>
            </a:r>
          </a:p>
          <a:p>
            <a:r>
              <a:rPr lang="en-US" dirty="0"/>
              <a:t>Useful when you want to do the same action to different inputs or do a variation of some action based on an input</a:t>
            </a:r>
          </a:p>
          <a:p>
            <a:r>
              <a:rPr lang="en-US" dirty="0"/>
              <a:t>Inputs and output types must be specified</a:t>
            </a:r>
          </a:p>
          <a:p>
            <a:r>
              <a:rPr lang="en-US" dirty="0"/>
              <a:t>Loop and void are examples of functions!</a:t>
            </a:r>
          </a:p>
          <a:p>
            <a:r>
              <a:rPr lang="en-US" dirty="0"/>
              <a:t>We can use functions written by other people by importing libraries</a:t>
            </a:r>
          </a:p>
          <a:p>
            <a:r>
              <a:rPr lang="en-US" dirty="0"/>
              <a:t>We can also make our own functions either in the same code file or in separate header and implementation files</a:t>
            </a:r>
          </a:p>
          <a:p>
            <a:r>
              <a:rPr lang="en-US" dirty="0"/>
              <a:t>Function declaration must come before usage.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DF8F97-52A9-BE57-1ED2-A33B0CFADF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7DED6-D4C7-42EE-AB49-D2E39E64FDE4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01594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69ACC6-7FFC-9795-0292-D60662E9C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6278E-DB15-9F66-EB9C-C082E185B7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400" dirty="0"/>
              <a:t>Classes &amp; Structs</a:t>
            </a:r>
          </a:p>
        </p:txBody>
      </p:sp>
      <p:sp>
        <p:nvSpPr>
          <p:cNvPr id="3" name="Table Placeholder 2">
            <a:extLst>
              <a:ext uri="{FF2B5EF4-FFF2-40B4-BE49-F238E27FC236}">
                <a16:creationId xmlns:a16="http://schemas.microsoft.com/office/drawing/2014/main" id="{0D8A8798-7545-DFDE-F594-605768619AC0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/>
        <p:txBody>
          <a:bodyPr/>
          <a:lstStyle/>
          <a:p>
            <a:r>
              <a:rPr lang="en-US" dirty="0"/>
              <a:t>Keep data together in a package that is easily accessible and optionally modifiable</a:t>
            </a:r>
          </a:p>
          <a:p>
            <a:r>
              <a:rPr lang="en-US" dirty="0"/>
              <a:t>Has properties and functions. </a:t>
            </a:r>
          </a:p>
          <a:p>
            <a:r>
              <a:rPr lang="en-US" dirty="0"/>
              <a:t>Example: dog class could have properties of color, breed, age and functions eat, sleep, bark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6E724A-E14F-0D59-0F3E-1BE112753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7DED6-D4C7-42EE-AB49-D2E39E64FDE4}" type="slidenum">
              <a:rPr lang="en-US" smtClean="0"/>
              <a:pPr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347513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2EC9D9-C6E8-011F-B51E-A122E5DFC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297FB0-7861-91F9-901A-95B5A5798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400" dirty="0"/>
              <a:t>Libraries</a:t>
            </a:r>
          </a:p>
        </p:txBody>
      </p:sp>
      <p:sp>
        <p:nvSpPr>
          <p:cNvPr id="3" name="Table Placeholder 2">
            <a:extLst>
              <a:ext uri="{FF2B5EF4-FFF2-40B4-BE49-F238E27FC236}">
                <a16:creationId xmlns:a16="http://schemas.microsoft.com/office/drawing/2014/main" id="{E4E51146-0EB3-530A-888F-E719E1C64DFB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/>
        <p:txBody>
          <a:bodyPr/>
          <a:lstStyle/>
          <a:p>
            <a:r>
              <a:rPr lang="en-US" dirty="0"/>
              <a:t>Use other people’s functions &amp; data structures (classes or structs)</a:t>
            </a:r>
          </a:p>
          <a:p>
            <a:r>
              <a:rPr lang="en-US" dirty="0"/>
              <a:t>Download from Library manager</a:t>
            </a:r>
          </a:p>
          <a:p>
            <a:r>
              <a:rPr lang="en-US" dirty="0"/>
              <a:t>#include &lt;</a:t>
            </a:r>
            <a:r>
              <a:rPr lang="en-US" dirty="0" err="1"/>
              <a:t>libname.h</a:t>
            </a:r>
            <a:r>
              <a:rPr lang="en-US" dirty="0"/>
              <a:t>&gt;</a:t>
            </a:r>
          </a:p>
          <a:p>
            <a:r>
              <a:rPr lang="en-US" dirty="0"/>
              <a:t>We can write our own libraries (header and implementation files) that include classes &amp; functions that we want to reuse over and over</a:t>
            </a:r>
          </a:p>
          <a:p>
            <a:pPr lvl="1"/>
            <a:r>
              <a:rPr lang="en-US" dirty="0"/>
              <a:t>Will talk about that later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3B805F-BD0C-6B4C-119D-BA3E02A4E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7DED6-D4C7-42EE-AB49-D2E39E64FDE4}" type="slidenum">
              <a:rPr lang="en-US" smtClean="0"/>
              <a:pPr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97181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518357-F905-4662-A393-81C1E3092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80A536-C0D0-A6E1-2C02-8AC3E0FEB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Hardware Basics</a:t>
            </a:r>
          </a:p>
        </p:txBody>
      </p:sp>
    </p:spTree>
    <p:extLst>
      <p:ext uri="{BB962C8B-B14F-4D97-AF65-F5344CB8AC3E}">
        <p14:creationId xmlns:p14="http://schemas.microsoft.com/office/powerpoint/2010/main" val="29328002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A8C8B5-9CDC-DBB1-A9C5-9F1E598C0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F7874-C447-FC13-1C1A-84169C801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400" dirty="0"/>
              <a:t>Breadboard Layout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32D894-7D97-F877-386F-ABE2C518C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7DED6-D4C7-42EE-AB49-D2E39E64FDE4}" type="slidenum">
              <a:rPr lang="en-US" smtClean="0"/>
              <a:pPr/>
              <a:t>19</a:t>
            </a:fld>
            <a:endParaRPr lang="en-US" dirty="0"/>
          </a:p>
        </p:txBody>
      </p:sp>
      <p:pic>
        <p:nvPicPr>
          <p:cNvPr id="5" name="Picture 4" descr="TUTORIAL - Breadboarding Tips and Tricks | PedalPCB Community Forum">
            <a:extLst>
              <a:ext uri="{FF2B5EF4-FFF2-40B4-BE49-F238E27FC236}">
                <a16:creationId xmlns:a16="http://schemas.microsoft.com/office/drawing/2014/main" id="{4E909365-99C1-A148-4187-20CBDD350B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08" y="1905000"/>
            <a:ext cx="5361852" cy="3452812"/>
          </a:xfrm>
          <a:prstGeom prst="rect">
            <a:avLst/>
          </a:prstGeom>
        </p:spPr>
      </p:pic>
      <p:pic>
        <p:nvPicPr>
          <p:cNvPr id="6" name="Picture 5" descr="Velleman VTBB3 High-Quality 400 Holes Breadboard, Multi-Colour">
            <a:extLst>
              <a:ext uri="{FF2B5EF4-FFF2-40B4-BE49-F238E27FC236}">
                <a16:creationId xmlns:a16="http://schemas.microsoft.com/office/drawing/2014/main" id="{D45E4777-038D-7151-835E-CE2DDDDA38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6012" y="1850231"/>
            <a:ext cx="3562350" cy="3562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0752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EBD32-5248-EF23-4DBB-F01CAA4592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E357B-8347-8F36-258E-956E17DF6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Arduino Basics</a:t>
            </a:r>
          </a:p>
        </p:txBody>
      </p:sp>
    </p:spTree>
    <p:extLst>
      <p:ext uri="{BB962C8B-B14F-4D97-AF65-F5344CB8AC3E}">
        <p14:creationId xmlns:p14="http://schemas.microsoft.com/office/powerpoint/2010/main" val="2433339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883CD-0B57-90FC-03B1-7A1EB1CCD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Blink.ino</a:t>
            </a:r>
            <a:r>
              <a:rPr lang="en-US" dirty="0"/>
              <a:t> Walkthrough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A985CA-9DE3-DEC1-B6F1-3835AEE497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7DED6-D4C7-42EE-AB49-D2E39E64FDE4}" type="slidenum">
              <a:rPr lang="en-US" smtClean="0"/>
              <a:pPr/>
              <a:t>21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B4F28B9-F1F3-51EE-9FFE-54DF10BA4B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412" y="1905000"/>
            <a:ext cx="8704239" cy="3517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6059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9BA6A-5244-4005-1411-AA488D0140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400" dirty="0"/>
              <a:t>Serial Monitor</a:t>
            </a:r>
          </a:p>
        </p:txBody>
      </p:sp>
      <p:sp>
        <p:nvSpPr>
          <p:cNvPr id="3" name="Table Placeholder 2">
            <a:extLst>
              <a:ext uri="{FF2B5EF4-FFF2-40B4-BE49-F238E27FC236}">
                <a16:creationId xmlns:a16="http://schemas.microsoft.com/office/drawing/2014/main" id="{8C895D16-C030-0E87-94CF-A4C977FD1562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/>
        <p:txBody>
          <a:bodyPr/>
          <a:lstStyle/>
          <a:p>
            <a:r>
              <a:rPr lang="en-US" dirty="0" err="1"/>
              <a:t>Serial.begin</a:t>
            </a:r>
            <a:r>
              <a:rPr lang="en-US" dirty="0"/>
              <a:t>(&lt;</a:t>
            </a:r>
            <a:r>
              <a:rPr lang="en-US" dirty="0" err="1"/>
              <a:t>baudrate</a:t>
            </a:r>
            <a:r>
              <a:rPr lang="en-US" dirty="0"/>
              <a:t>&gt;); </a:t>
            </a:r>
            <a:r>
              <a:rPr lang="en-US" dirty="0">
                <a:sym typeface="Wingdings" panose="05000000000000000000" pitchFamily="2" charset="2"/>
              </a:rPr>
              <a:t> this goes in the setup function</a:t>
            </a:r>
          </a:p>
          <a:p>
            <a:r>
              <a:rPr lang="en-US" dirty="0" err="1">
                <a:sym typeface="Wingdings" panose="05000000000000000000" pitchFamily="2" charset="2"/>
              </a:rPr>
              <a:t>Serial.print</a:t>
            </a:r>
            <a:r>
              <a:rPr lang="en-US" dirty="0">
                <a:sym typeface="Wingdings" panose="05000000000000000000" pitchFamily="2" charset="2"/>
              </a:rPr>
              <a:t>(“hello”);  print text</a:t>
            </a:r>
          </a:p>
          <a:p>
            <a:r>
              <a:rPr lang="en-US" dirty="0" err="1">
                <a:sym typeface="Wingdings" panose="05000000000000000000" pitchFamily="2" charset="2"/>
              </a:rPr>
              <a:t>Serial.println</a:t>
            </a:r>
            <a:r>
              <a:rPr lang="en-US" dirty="0">
                <a:sym typeface="Wingdings" panose="05000000000000000000" pitchFamily="2" charset="2"/>
              </a:rPr>
              <a:t>(“hello”):  print new line</a:t>
            </a:r>
          </a:p>
          <a:p>
            <a:r>
              <a:rPr lang="en-US" dirty="0">
                <a:sym typeface="Wingdings" panose="05000000000000000000" pitchFamily="2" charset="2"/>
              </a:rPr>
              <a:t>Tools  Serial Monitor to view output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C1A4F0-CCE2-CBA1-7BFA-39914423AE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7DED6-D4C7-42EE-AB49-D2E39E64FDE4}" type="slidenum">
              <a:rPr lang="en-US" smtClean="0"/>
              <a:pPr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64307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6C65A6-66CC-9731-EAD1-1244F931D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21F95-8E14-C55C-FBC1-5A1BC5B7AB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400" dirty="0"/>
              <a:t>Input Pins</a:t>
            </a:r>
          </a:p>
        </p:txBody>
      </p:sp>
      <p:sp>
        <p:nvSpPr>
          <p:cNvPr id="3" name="Table Placeholder 2">
            <a:extLst>
              <a:ext uri="{FF2B5EF4-FFF2-40B4-BE49-F238E27FC236}">
                <a16:creationId xmlns:a16="http://schemas.microsoft.com/office/drawing/2014/main" id="{960D71AB-B055-203D-F33E-2DCA7A5AB900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/>
        <p:txBody>
          <a:bodyPr/>
          <a:lstStyle/>
          <a:p>
            <a:r>
              <a:rPr lang="en-US" b="1" dirty="0"/>
              <a:t>Setup:</a:t>
            </a:r>
          </a:p>
          <a:p>
            <a:r>
              <a:rPr lang="en-US" dirty="0" err="1"/>
              <a:t>pinMode</a:t>
            </a:r>
            <a:r>
              <a:rPr lang="en-US" dirty="0"/>
              <a:t>(</a:t>
            </a:r>
            <a:r>
              <a:rPr lang="en-US" dirty="0" err="1"/>
              <a:t>pin_number</a:t>
            </a:r>
            <a:r>
              <a:rPr lang="en-US" dirty="0"/>
              <a:t>, INPUT_PULLUP); </a:t>
            </a:r>
            <a:r>
              <a:rPr lang="en-US" dirty="0">
                <a:sym typeface="Wingdings" panose="05000000000000000000" pitchFamily="2" charset="2"/>
              </a:rPr>
              <a:t> read HIGH by default, LOW if change.</a:t>
            </a:r>
          </a:p>
          <a:p>
            <a:r>
              <a:rPr lang="en-US" dirty="0" err="1">
                <a:sym typeface="Wingdings" panose="05000000000000000000" pitchFamily="2" charset="2"/>
              </a:rPr>
              <a:t>pinMode</a:t>
            </a:r>
            <a:r>
              <a:rPr lang="en-US" dirty="0">
                <a:sym typeface="Wingdings" panose="05000000000000000000" pitchFamily="2" charset="2"/>
              </a:rPr>
              <a:t>(</a:t>
            </a:r>
            <a:r>
              <a:rPr lang="en-US" dirty="0" err="1">
                <a:sym typeface="Wingdings" panose="05000000000000000000" pitchFamily="2" charset="2"/>
              </a:rPr>
              <a:t>pin_number</a:t>
            </a:r>
            <a:r>
              <a:rPr lang="en-US" dirty="0">
                <a:sym typeface="Wingdings" panose="05000000000000000000" pitchFamily="2" charset="2"/>
              </a:rPr>
              <a:t>, INPUT);  floating (high impedance) by default</a:t>
            </a:r>
          </a:p>
          <a:p>
            <a:r>
              <a:rPr lang="en-US" b="1" dirty="0"/>
              <a:t>Reading Inputs</a:t>
            </a:r>
          </a:p>
          <a:p>
            <a:r>
              <a:rPr lang="en-US" dirty="0"/>
              <a:t>Value = </a:t>
            </a:r>
            <a:r>
              <a:rPr lang="en-US" dirty="0" err="1"/>
              <a:t>digitalRead</a:t>
            </a:r>
            <a:r>
              <a:rPr lang="en-US" dirty="0"/>
              <a:t>(</a:t>
            </a:r>
            <a:r>
              <a:rPr lang="en-US" dirty="0" err="1"/>
              <a:t>pin_number</a:t>
            </a:r>
            <a:r>
              <a:rPr lang="en-US" dirty="0"/>
              <a:t>); </a:t>
            </a:r>
            <a:r>
              <a:rPr lang="en-US" dirty="0">
                <a:sym typeface="Wingdings" panose="05000000000000000000" pitchFamily="2" charset="2"/>
              </a:rPr>
              <a:t> output an </a:t>
            </a:r>
            <a:r>
              <a:rPr lang="en-US" i="1" dirty="0">
                <a:sym typeface="Wingdings" panose="05000000000000000000" pitchFamily="2" charset="2"/>
              </a:rPr>
              <a:t>int</a:t>
            </a:r>
            <a:r>
              <a:rPr lang="en-US" dirty="0">
                <a:sym typeface="Wingdings" panose="05000000000000000000" pitchFamily="2" charset="2"/>
              </a:rPr>
              <a:t> type, 0 or 1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Arduino has names for this: LOW and HIGH. LOW == 0, HIGH == 1.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Use this value to gauge if something has happened with the input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D9B0E8-D252-87E2-7594-CAACB4F95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7DED6-D4C7-42EE-AB49-D2E39E64FDE4}" type="slidenum">
              <a:rPr lang="en-US" smtClean="0"/>
              <a:pPr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4011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7ADAE-E4DC-E856-94CF-7B61035A5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5237EE-628A-5704-BEFC-6711FE478A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400" dirty="0"/>
              <a:t>Outputs</a:t>
            </a:r>
          </a:p>
        </p:txBody>
      </p:sp>
      <p:sp>
        <p:nvSpPr>
          <p:cNvPr id="3" name="Table Placeholder 2">
            <a:extLst>
              <a:ext uri="{FF2B5EF4-FFF2-40B4-BE49-F238E27FC236}">
                <a16:creationId xmlns:a16="http://schemas.microsoft.com/office/drawing/2014/main" id="{876C86DF-5160-6923-A962-B383ABC1DB26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/>
        <p:txBody>
          <a:bodyPr/>
          <a:lstStyle/>
          <a:p>
            <a:r>
              <a:rPr lang="en-US" b="1" dirty="0"/>
              <a:t>Setup:</a:t>
            </a:r>
          </a:p>
          <a:p>
            <a:pPr lvl="1"/>
            <a:r>
              <a:rPr lang="en-US" dirty="0" err="1"/>
              <a:t>pinMode</a:t>
            </a:r>
            <a:r>
              <a:rPr lang="en-US" dirty="0"/>
              <a:t>(</a:t>
            </a:r>
            <a:r>
              <a:rPr lang="en-US" dirty="0" err="1"/>
              <a:t>pin_number</a:t>
            </a:r>
            <a:r>
              <a:rPr lang="en-US" dirty="0"/>
              <a:t>, OUTPUT)</a:t>
            </a:r>
          </a:p>
          <a:p>
            <a:r>
              <a:rPr lang="en-US" b="1" dirty="0"/>
              <a:t>Write to output:</a:t>
            </a:r>
          </a:p>
          <a:p>
            <a:pPr lvl="1"/>
            <a:r>
              <a:rPr lang="en-US" dirty="0" err="1"/>
              <a:t>digitalWrite</a:t>
            </a:r>
            <a:r>
              <a:rPr lang="en-US" dirty="0"/>
              <a:t>(</a:t>
            </a:r>
            <a:r>
              <a:rPr lang="en-US" dirty="0" err="1"/>
              <a:t>pinNumber</a:t>
            </a:r>
            <a:r>
              <a:rPr lang="en-US" dirty="0"/>
              <a:t>, HIGH); </a:t>
            </a:r>
            <a:r>
              <a:rPr lang="en-US" dirty="0">
                <a:sym typeface="Wingdings" panose="05000000000000000000" pitchFamily="2" charset="2"/>
              </a:rPr>
              <a:t> no return value</a:t>
            </a:r>
            <a:endParaRPr lang="en-US" dirty="0"/>
          </a:p>
          <a:p>
            <a:pPr lvl="1"/>
            <a:r>
              <a:rPr lang="en-US" dirty="0" err="1"/>
              <a:t>digitalWrite</a:t>
            </a:r>
            <a:r>
              <a:rPr lang="en-US" dirty="0"/>
              <a:t>(</a:t>
            </a:r>
            <a:r>
              <a:rPr lang="en-US" dirty="0" err="1"/>
              <a:t>pinNumber</a:t>
            </a:r>
            <a:r>
              <a:rPr lang="en-US" dirty="0"/>
              <a:t>, LOW); </a:t>
            </a:r>
            <a:r>
              <a:rPr lang="en-US" dirty="0">
                <a:sym typeface="Wingdings" panose="05000000000000000000" pitchFamily="2" charset="2"/>
              </a:rPr>
              <a:t> no return value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C935FB-6090-B57A-17AF-F69C71A33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7DED6-D4C7-42EE-AB49-D2E39E64FDE4}" type="slidenum">
              <a:rPr lang="en-US" smtClean="0"/>
              <a:pPr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4096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CB0705-A096-C554-6AAC-DDD8E630C3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F83BE1-10F2-5CE2-EF09-C1DD711A60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Example: Button Input</a:t>
            </a:r>
          </a:p>
        </p:txBody>
      </p:sp>
    </p:spTree>
    <p:extLst>
      <p:ext uri="{BB962C8B-B14F-4D97-AF65-F5344CB8AC3E}">
        <p14:creationId xmlns:p14="http://schemas.microsoft.com/office/powerpoint/2010/main" val="317938508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3AA2A-C469-E8BB-DF3E-E30BFA07E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F58DCF-A472-E446-A7BD-90B715BADE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400" dirty="0"/>
              <a:t>Button Input Walkthrough</a:t>
            </a:r>
          </a:p>
        </p:txBody>
      </p:sp>
      <p:sp>
        <p:nvSpPr>
          <p:cNvPr id="3" name="Table Placeholder 2">
            <a:extLst>
              <a:ext uri="{FF2B5EF4-FFF2-40B4-BE49-F238E27FC236}">
                <a16:creationId xmlns:a16="http://schemas.microsoft.com/office/drawing/2014/main" id="{8CF57ED6-9BB9-10DD-84D4-A9E360934778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/>
        <p:txBody>
          <a:bodyPr/>
          <a:lstStyle/>
          <a:p>
            <a:r>
              <a:rPr lang="en-US" dirty="0"/>
              <a:t>Connect one side of button to GND, other side to a GPIO on microcontroller</a:t>
            </a:r>
          </a:p>
          <a:p>
            <a:r>
              <a:rPr lang="en-US" dirty="0"/>
              <a:t>Set the GPIO as an INPUT_PULLUP so it reads HIGH by default</a:t>
            </a:r>
          </a:p>
          <a:p>
            <a:r>
              <a:rPr lang="en-US" dirty="0"/>
              <a:t>If </a:t>
            </a:r>
            <a:r>
              <a:rPr lang="en-US" dirty="0" err="1"/>
              <a:t>digitalRead</a:t>
            </a:r>
            <a:r>
              <a:rPr lang="en-US" dirty="0"/>
              <a:t>(pin) is LOW then we know the pin has been connected to ground through the button, meaning the button has been pressed. </a:t>
            </a:r>
          </a:p>
          <a:p>
            <a:r>
              <a:rPr lang="en-US" dirty="0"/>
              <a:t>If we want to continuously check this condition we put it in the loop function</a:t>
            </a:r>
          </a:p>
          <a:p>
            <a:r>
              <a:rPr lang="en-US" dirty="0"/>
              <a:t>Can output to serial monitor to verify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076694-28EB-453B-C3BC-9AD48D40B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7DED6-D4C7-42EE-AB49-D2E39E64FDE4}" type="slidenum">
              <a:rPr lang="en-US" smtClean="0"/>
              <a:pPr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9692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5FB425-664D-C927-BE8A-6EF5B0E9B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7ED9A-8031-0795-17E0-B6AB288CE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400" dirty="0"/>
              <a:t>Button Code Walkthrough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4C82C9-FF69-E15C-5A9F-597E54BF3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7DED6-D4C7-42EE-AB49-D2E39E64FDE4}" type="slidenum">
              <a:rPr lang="en-US" smtClean="0"/>
              <a:pPr/>
              <a:t>27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E1BEEA6-DF04-21E7-B29B-04D1CC0559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7867" y="1618488"/>
            <a:ext cx="689309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497215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29C906-A997-EC01-D267-3E8C1EC31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F2A035-11F6-0134-48D9-E15364E4AD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Example: LED Output</a:t>
            </a:r>
          </a:p>
        </p:txBody>
      </p:sp>
    </p:spTree>
    <p:extLst>
      <p:ext uri="{BB962C8B-B14F-4D97-AF65-F5344CB8AC3E}">
        <p14:creationId xmlns:p14="http://schemas.microsoft.com/office/powerpoint/2010/main" val="182134441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9C8578-DA05-524F-A724-667132BD0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F5F3DF-EC67-C8C7-BAA2-2E4243EBC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400" dirty="0"/>
              <a:t>LED Output</a:t>
            </a:r>
          </a:p>
        </p:txBody>
      </p:sp>
      <p:sp>
        <p:nvSpPr>
          <p:cNvPr id="3" name="Table Placeholder 2">
            <a:extLst>
              <a:ext uri="{FF2B5EF4-FFF2-40B4-BE49-F238E27FC236}">
                <a16:creationId xmlns:a16="http://schemas.microsoft.com/office/drawing/2014/main" id="{CB3E4E5A-BB6A-74B0-821F-C128A4481588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/>
        <p:txBody>
          <a:bodyPr/>
          <a:lstStyle/>
          <a:p>
            <a:r>
              <a:rPr lang="en-US" dirty="0"/>
              <a:t>Connect LED and current limiting resistor to microcontroller GPIO</a:t>
            </a:r>
          </a:p>
          <a:p>
            <a:pPr lvl="1"/>
            <a:r>
              <a:rPr lang="en-US" dirty="0"/>
              <a:t>MCU GPIO </a:t>
            </a:r>
            <a:r>
              <a:rPr lang="en-US" dirty="0">
                <a:sym typeface="Wingdings" panose="05000000000000000000" pitchFamily="2" charset="2"/>
              </a:rPr>
              <a:t> Resistor  anode (+)  cathode (-)  GND</a:t>
            </a:r>
          </a:p>
          <a:p>
            <a:r>
              <a:rPr lang="en-US" dirty="0">
                <a:sym typeface="Wingdings" panose="05000000000000000000" pitchFamily="2" charset="2"/>
              </a:rPr>
              <a:t>Set GPIO as an OUTPUT with </a:t>
            </a:r>
            <a:r>
              <a:rPr lang="en-US" dirty="0" err="1">
                <a:sym typeface="Wingdings" panose="05000000000000000000" pitchFamily="2" charset="2"/>
              </a:rPr>
              <a:t>pinMode</a:t>
            </a:r>
            <a:r>
              <a:rPr lang="en-US" dirty="0">
                <a:sym typeface="Wingdings" panose="05000000000000000000" pitchFamily="2" charset="2"/>
              </a:rPr>
              <a:t>(LED_PIN, OUTPUT);</a:t>
            </a:r>
          </a:p>
          <a:p>
            <a:r>
              <a:rPr lang="en-US" dirty="0">
                <a:sym typeface="Wingdings" panose="05000000000000000000" pitchFamily="2" charset="2"/>
              </a:rPr>
              <a:t>Write HIGH to it  delay  write LOW  delay</a:t>
            </a:r>
          </a:p>
          <a:p>
            <a:pPr lvl="1"/>
            <a:r>
              <a:rPr lang="en-US" dirty="0" err="1">
                <a:sym typeface="Wingdings" panose="05000000000000000000" pitchFamily="2" charset="2"/>
              </a:rPr>
              <a:t>digitalRead</a:t>
            </a:r>
            <a:r>
              <a:rPr lang="en-US" dirty="0">
                <a:sym typeface="Wingdings" panose="05000000000000000000" pitchFamily="2" charset="2"/>
              </a:rPr>
              <a:t>(LED_PIN, HIGH), </a:t>
            </a:r>
            <a:r>
              <a:rPr lang="en-US" dirty="0" err="1">
                <a:sym typeface="Wingdings" panose="05000000000000000000" pitchFamily="2" charset="2"/>
              </a:rPr>
              <a:t>digitalRead</a:t>
            </a:r>
            <a:r>
              <a:rPr lang="en-US" dirty="0">
                <a:sym typeface="Wingdings" panose="05000000000000000000" pitchFamily="2" charset="2"/>
              </a:rPr>
              <a:t>(LED_PIN, LOW)</a:t>
            </a:r>
          </a:p>
          <a:p>
            <a:r>
              <a:rPr lang="en-US" dirty="0">
                <a:sym typeface="Wingdings" panose="05000000000000000000" pitchFamily="2" charset="2"/>
              </a:rPr>
              <a:t>Same exact structure as the example Blink file! Just with an external GPIO.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2A26B-564A-8A84-FCA4-C8F4C6DF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7DED6-D4C7-42EE-AB49-D2E39E64FDE4}" type="slidenum">
              <a:rPr lang="en-US" smtClean="0"/>
              <a:pPr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26798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303DF-AAF7-9233-75E8-ABD88E750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E3C15-7A7A-812D-B341-C866E2A1E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400" dirty="0"/>
              <a:t>LED Code Walkthrough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6B4F95-8E69-1463-B07F-EDCF4D023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7DED6-D4C7-42EE-AB49-D2E39E64FDE4}" type="slidenum">
              <a:rPr lang="en-US" smtClean="0"/>
              <a:pPr/>
              <a:t>30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8DA8DA8-05AF-ACBD-D353-C6CC40F8D4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9908" y="1600200"/>
            <a:ext cx="8429007" cy="4981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56794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210D25-45B9-6904-E9D9-E8964EEABE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1DE79-C322-EB02-C020-15FBC4EFF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Example: Buzzer Output</a:t>
            </a:r>
          </a:p>
        </p:txBody>
      </p:sp>
    </p:spTree>
    <p:extLst>
      <p:ext uri="{BB962C8B-B14F-4D97-AF65-F5344CB8AC3E}">
        <p14:creationId xmlns:p14="http://schemas.microsoft.com/office/powerpoint/2010/main" val="60523030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CE6C80-D490-284D-8DB2-A45C95A801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078902-93B5-5AFD-2DBF-BCB91EEF23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400" dirty="0"/>
              <a:t>Buzzer Output</a:t>
            </a:r>
          </a:p>
        </p:txBody>
      </p:sp>
      <p:sp>
        <p:nvSpPr>
          <p:cNvPr id="3" name="Table Placeholder 2">
            <a:extLst>
              <a:ext uri="{FF2B5EF4-FFF2-40B4-BE49-F238E27FC236}">
                <a16:creationId xmlns:a16="http://schemas.microsoft.com/office/drawing/2014/main" id="{C0328EA5-75F2-1983-A1C8-7961D1498670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/>
        <p:txBody>
          <a:bodyPr/>
          <a:lstStyle/>
          <a:p>
            <a:r>
              <a:rPr lang="en-US" dirty="0"/>
              <a:t>This is the same setup as the LED, except the buzzer doesn’t need a resistor and is not polarized (doesn’t matter which leg connect to what)</a:t>
            </a:r>
          </a:p>
          <a:p>
            <a:r>
              <a:rPr lang="en-US" dirty="0"/>
              <a:t>This time we use the tone() function rather than the </a:t>
            </a:r>
            <a:r>
              <a:rPr lang="en-US" dirty="0" err="1"/>
              <a:t>digitalWrite</a:t>
            </a:r>
            <a:r>
              <a:rPr lang="en-US" dirty="0"/>
              <a:t>() function</a:t>
            </a:r>
          </a:p>
          <a:p>
            <a:pPr lvl="1"/>
            <a:r>
              <a:rPr lang="en-US" dirty="0"/>
              <a:t>Tone also writes to a digital output but also takes a frequency argument</a:t>
            </a:r>
          </a:p>
          <a:p>
            <a:pPr lvl="1"/>
            <a:r>
              <a:rPr lang="en-US" dirty="0"/>
              <a:t>tone(</a:t>
            </a:r>
            <a:r>
              <a:rPr lang="en-US" dirty="0" err="1"/>
              <a:t>pinNumber</a:t>
            </a:r>
            <a:r>
              <a:rPr lang="en-US" dirty="0"/>
              <a:t>, f); </a:t>
            </a:r>
            <a:r>
              <a:rPr lang="en-US" dirty="0">
                <a:sym typeface="Wingdings" panose="05000000000000000000" pitchFamily="2" charset="2"/>
              </a:rPr>
              <a:t> plays a tone of frequency f from the buzzer by generating a square wave of the specified frequency.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We will often write to and read from inputs and outputs using functions besides </a:t>
            </a:r>
            <a:r>
              <a:rPr lang="en-US" dirty="0" err="1">
                <a:sym typeface="Wingdings" panose="05000000000000000000" pitchFamily="2" charset="2"/>
              </a:rPr>
              <a:t>digitalRead</a:t>
            </a:r>
            <a:r>
              <a:rPr lang="en-US" dirty="0">
                <a:sym typeface="Wingdings" panose="05000000000000000000" pitchFamily="2" charset="2"/>
              </a:rPr>
              <a:t> and </a:t>
            </a:r>
            <a:r>
              <a:rPr lang="en-US" dirty="0" err="1">
                <a:sym typeface="Wingdings" panose="05000000000000000000" pitchFamily="2" charset="2"/>
              </a:rPr>
              <a:t>digitalWrite</a:t>
            </a:r>
            <a:r>
              <a:rPr lang="en-US" dirty="0">
                <a:sym typeface="Wingdings" panose="05000000000000000000" pitchFamily="2" charset="2"/>
              </a:rPr>
              <a:t>. Some are provided (like tone), usually for specific hardware. and others we will make ourselves.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09AFFB-4EAD-E639-1997-1DD4245286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7DED6-D4C7-42EE-AB49-D2E39E64FDE4}" type="slidenum">
              <a:rPr lang="en-US" smtClean="0"/>
              <a:pPr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80663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D1009B-809A-5A8A-4338-587755691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1899E-C9F9-5F11-2959-F2509DA52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400" dirty="0"/>
              <a:t>Buzzer Output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250411-99E3-1829-FC0D-AD598B95B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7DED6-D4C7-42EE-AB49-D2E39E64FDE4}" type="slidenum">
              <a:rPr lang="en-US" smtClean="0"/>
              <a:pPr/>
              <a:t>33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B5373B-BC9F-6DF7-4B21-8F9A9C57A5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2128" y="1767650"/>
            <a:ext cx="7524568" cy="4422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469649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Custom">
  <a:themeElements>
    <a:clrScheme name="Custom 14">
      <a:dk1>
        <a:sysClr val="windowText" lastClr="000000"/>
      </a:dk1>
      <a:lt1>
        <a:sysClr val="window" lastClr="FFFFFF"/>
      </a:lt1>
      <a:dk2>
        <a:srgbClr val="445EA2"/>
      </a:dk2>
      <a:lt2>
        <a:srgbClr val="EBEBEB"/>
      </a:lt2>
      <a:accent1>
        <a:srgbClr val="4495A2"/>
      </a:accent1>
      <a:accent2>
        <a:srgbClr val="7CA655"/>
      </a:accent2>
      <a:accent3>
        <a:srgbClr val="DFB240"/>
      </a:accent3>
      <a:accent4>
        <a:srgbClr val="DF8C40"/>
      </a:accent4>
      <a:accent5>
        <a:srgbClr val="DF5D40"/>
      </a:accent5>
      <a:accent6>
        <a:srgbClr val="8760AD"/>
      </a:accent6>
      <a:hlink>
        <a:srgbClr val="DF5D40"/>
      </a:hlink>
      <a:folHlink>
        <a:srgbClr val="8760AD"/>
      </a:folHlink>
    </a:clrScheme>
    <a:fontScheme name="Custom 1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100000" t="-80000" r="-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30000" t="30000" r="70000" b="100000"/>
          </a:path>
        </a:gradFill>
      </a:bgFillStyleLst>
    </a:fmtScheme>
  </a:themeElements>
  <a:objectDefaults>
    <a:spDef>
      <a:spPr>
        <a:ln/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>
          <a:lnSpc>
            <a:spcPct val="95000"/>
          </a:lnSpc>
          <a:defRPr/>
        </a:defPPr>
      </a:lstStyle>
    </a:txDef>
  </a:objectDefaults>
  <a:extraClrSchemeLst/>
  <a:extLst>
    <a:ext uri="{05A4C25C-085E-4340-85A3-A5531E510DB2}">
      <thm15:themeFamily xmlns:thm15="http://schemas.microsoft.com/office/thememl/2012/main" name="TM00677232_win32_KB_V4" id="{7C2CD246-3174-4527-8E3B-96BB004DC883}" vid="{2E14CB92-0E49-42FE-A66D-7EE51C3C8E2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entury Gothic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entury Gothic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F09779A-09CC-406F-88A8-8C570F23E8A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DCB68CE-DF93-40D4-8A63-5E263F943342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16533545-1DB7-477E-8A8F-96BCFAC4DF02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{7223B302-B2D5-470C-A2E9-669826E51CEB}TF5cdbbf25-f254-4b34-bce1-8cc9b834d9ebf61b7a88_win32-c2f9367ef925</Template>
  <TotalTime>382</TotalTime>
  <Words>994</Words>
  <Application>Microsoft Office PowerPoint</Application>
  <PresentationFormat>Custom</PresentationFormat>
  <Paragraphs>139</Paragraphs>
  <Slides>33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9" baseType="lpstr">
      <vt:lpstr>Arial</vt:lpstr>
      <vt:lpstr>Century Gothic</vt:lpstr>
      <vt:lpstr>Courier New</vt:lpstr>
      <vt:lpstr>Quire Sans</vt:lpstr>
      <vt:lpstr>Wingdings</vt:lpstr>
      <vt:lpstr>Custom</vt:lpstr>
      <vt:lpstr>Intro to Audio Engineering</vt:lpstr>
      <vt:lpstr>Microcontrollers</vt:lpstr>
      <vt:lpstr>What is a Microcontroller?</vt:lpstr>
      <vt:lpstr>Example Usage: Digital Synthesizer</vt:lpstr>
      <vt:lpstr>Example Usage: Sound Reactive LEDs</vt:lpstr>
      <vt:lpstr>Week 1 Project</vt:lpstr>
      <vt:lpstr>Week 1 Project: LED &amp; Buzzer Synth</vt:lpstr>
      <vt:lpstr>Project Modification Ideas</vt:lpstr>
      <vt:lpstr>Software Basics</vt:lpstr>
      <vt:lpstr>Variables</vt:lpstr>
      <vt:lpstr>Conditionals</vt:lpstr>
      <vt:lpstr>Loops</vt:lpstr>
      <vt:lpstr>Loops</vt:lpstr>
      <vt:lpstr>Loops</vt:lpstr>
      <vt:lpstr>Functions</vt:lpstr>
      <vt:lpstr>Classes &amp; Structs</vt:lpstr>
      <vt:lpstr>Libraries</vt:lpstr>
      <vt:lpstr>Hardware Basics</vt:lpstr>
      <vt:lpstr>Breadboard Layout</vt:lpstr>
      <vt:lpstr>Arduino Basics</vt:lpstr>
      <vt:lpstr>Blink.ino Walkthrough</vt:lpstr>
      <vt:lpstr>Serial Monitor</vt:lpstr>
      <vt:lpstr>Input Pins</vt:lpstr>
      <vt:lpstr>Outputs</vt:lpstr>
      <vt:lpstr>Example: Button Input</vt:lpstr>
      <vt:lpstr>Button Input Walkthrough</vt:lpstr>
      <vt:lpstr>Button Code Walkthrough</vt:lpstr>
      <vt:lpstr>Example: LED Output</vt:lpstr>
      <vt:lpstr>LED Output</vt:lpstr>
      <vt:lpstr>LED Code Walkthrough</vt:lpstr>
      <vt:lpstr>Example: Buzzer Output</vt:lpstr>
      <vt:lpstr>Buzzer Output</vt:lpstr>
      <vt:lpstr>Buzzer Output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Huang, Caroline</dc:creator>
  <cp:lastModifiedBy>Caroline Huang</cp:lastModifiedBy>
  <cp:revision>2</cp:revision>
  <dcterms:created xsi:type="dcterms:W3CDTF">2026-10-03T21:13:05Z</dcterms:created>
  <dcterms:modified xsi:type="dcterms:W3CDTF">2026-10-04T18:10:18Z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