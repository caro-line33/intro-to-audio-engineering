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32"/>
  </p:notesMasterIdLst>
  <p:handoutMasterIdLst>
    <p:handoutMasterId r:id="rId33"/>
  </p:handoutMasterIdLst>
  <p:sldIdLst>
    <p:sldId id="354" r:id="rId5"/>
    <p:sldId id="372" r:id="rId6"/>
    <p:sldId id="367" r:id="rId7"/>
    <p:sldId id="369" r:id="rId8"/>
    <p:sldId id="370" r:id="rId9"/>
    <p:sldId id="373" r:id="rId10"/>
    <p:sldId id="371" r:id="rId11"/>
    <p:sldId id="375" r:id="rId12"/>
    <p:sldId id="376" r:id="rId13"/>
    <p:sldId id="380" r:id="rId14"/>
    <p:sldId id="381" r:id="rId15"/>
    <p:sldId id="382" r:id="rId16"/>
    <p:sldId id="383" r:id="rId17"/>
    <p:sldId id="384" r:id="rId18"/>
    <p:sldId id="385" r:id="rId19"/>
    <p:sldId id="377" r:id="rId20"/>
    <p:sldId id="386" r:id="rId21"/>
    <p:sldId id="387" r:id="rId22"/>
    <p:sldId id="388" r:id="rId23"/>
    <p:sldId id="378" r:id="rId24"/>
    <p:sldId id="379" r:id="rId25"/>
    <p:sldId id="389" r:id="rId26"/>
    <p:sldId id="390" r:id="rId27"/>
    <p:sldId id="391" r:id="rId28"/>
    <p:sldId id="393" r:id="rId29"/>
    <p:sldId id="392" r:id="rId30"/>
    <p:sldId id="394" r:id="rId3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F30"/>
    <a:srgbClr val="EEEDE4"/>
    <a:srgbClr val="E5EDDD"/>
    <a:srgbClr val="FFBD2E"/>
    <a:srgbClr val="F8A66D"/>
    <a:srgbClr val="002234"/>
    <a:srgbClr val="A0E5FC"/>
    <a:srgbClr val="179D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C5AE2-B75C-479E-B378-E3C32677299C}" v="3" dt="2026-10-04T03:45:16.150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25" autoAdjust="0"/>
  </p:normalViewPr>
  <p:slideViewPr>
    <p:cSldViewPr showGuides="1">
      <p:cViewPr varScale="1">
        <p:scale>
          <a:sx n="70" d="100"/>
          <a:sy n="70" d="100"/>
        </p:scale>
        <p:origin x="536" y="48"/>
      </p:cViewPr>
      <p:guideLst>
        <p:guide orient="horz" pos="1152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20"/>
    </p:cViewPr>
  </p:sorter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10/3/2026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10/3/2026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9ECE05-B050-7B30-3DCF-C5545D98DE65}"/>
              </a:ext>
            </a:extLst>
          </p:cNvPr>
          <p:cNvSpPr/>
          <p:nvPr userDrawn="1"/>
        </p:nvSpPr>
        <p:spPr>
          <a:xfrm>
            <a:off x="510258" y="457200"/>
            <a:ext cx="2536154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22D5FD-B448-8027-71A7-A11456078B6D}"/>
              </a:ext>
            </a:extLst>
          </p:cNvPr>
          <p:cNvCxnSpPr>
            <a:cxnSpLocks/>
          </p:cNvCxnSpPr>
          <p:nvPr userDrawn="1"/>
        </p:nvCxnSpPr>
        <p:spPr>
          <a:xfrm>
            <a:off x="3633718" y="5867400"/>
            <a:ext cx="7718494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8EBBE6-6915-B802-3D14-AC978526159B}"/>
              </a:ext>
            </a:extLst>
          </p:cNvPr>
          <p:cNvCxnSpPr>
            <a:cxnSpLocks/>
          </p:cNvCxnSpPr>
          <p:nvPr userDrawn="1"/>
        </p:nvCxnSpPr>
        <p:spPr>
          <a:xfrm>
            <a:off x="3579812" y="533400"/>
            <a:ext cx="7718494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AB212E51-D8DB-B639-E7DA-F86F419C5F4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59" t="-608" r="-10838" b="608"/>
          <a:stretch/>
        </p:blipFill>
        <p:spPr>
          <a:xfrm>
            <a:off x="0" y="152400"/>
            <a:ext cx="2621866" cy="3657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66AED-7478-A6F8-0751-3E5DC9ABF3C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55" t="-1334" r="-10741" b="23144"/>
          <a:stretch/>
        </p:blipFill>
        <p:spPr>
          <a:xfrm>
            <a:off x="-23143" y="4572000"/>
            <a:ext cx="2645009" cy="2285997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63DA051-BF33-1B86-4044-74230090E9FB}"/>
              </a:ext>
            </a:extLst>
          </p:cNvPr>
          <p:cNvSpPr/>
          <p:nvPr userDrawn="1"/>
        </p:nvSpPr>
        <p:spPr>
          <a:xfrm rot="2700000">
            <a:off x="1629286" y="3973178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6DF71BF-D5D9-31A1-CEAF-F4E7C8A0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448" y="530352"/>
            <a:ext cx="7772400" cy="2862072"/>
          </a:xfrm>
        </p:spPr>
        <p:txBody>
          <a:bodyPr>
            <a:normAutofit/>
          </a:bodyPr>
          <a:lstStyle>
            <a:lvl1pPr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A4C88CD-A074-B135-5A75-C4741BD9B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0168" y="3557016"/>
            <a:ext cx="7772401" cy="10668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075259E-8BB2-0D8E-6ADD-F8B54ACCAD6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630168" y="6190488"/>
            <a:ext cx="1446212" cy="210312"/>
          </a:xfrm>
        </p:spPr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6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16A8B2-4BAA-8F8D-2CE9-706C27AE925A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641735-36B7-52D8-E03C-1439B1FB47A4}"/>
              </a:ext>
            </a:extLst>
          </p:cNvPr>
          <p:cNvSpPr/>
          <p:nvPr userDrawn="1"/>
        </p:nvSpPr>
        <p:spPr>
          <a:xfrm>
            <a:off x="581992" y="609607"/>
            <a:ext cx="11024839" cy="4800587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0D9BC6A-356D-697A-BCD9-0D44A3E3DFC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55" t="-1334" r="-10741" b="23144"/>
          <a:stretch/>
        </p:blipFill>
        <p:spPr>
          <a:xfrm>
            <a:off x="-11572" y="3526154"/>
            <a:ext cx="3896184" cy="33673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593DD4A-A75F-4357-2B59-697A1C674E0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46841" r="-10838" b="608"/>
          <a:stretch/>
        </p:blipFill>
        <p:spPr>
          <a:xfrm rot="5400000">
            <a:off x="8882003" y="511012"/>
            <a:ext cx="3829404" cy="2807380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AB9172C-B63E-463A-A818-BF950ABB7594}"/>
              </a:ext>
            </a:extLst>
          </p:cNvPr>
          <p:cNvSpPr/>
          <p:nvPr userDrawn="1"/>
        </p:nvSpPr>
        <p:spPr>
          <a:xfrm rot="2700000">
            <a:off x="8002508" y="156571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1E30655-37C1-C099-C052-42E22DEB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664208"/>
            <a:ext cx="10515600" cy="2852928"/>
          </a:xfrm>
        </p:spPr>
        <p:txBody>
          <a:bodyPr anchor="ctr">
            <a:normAutofit/>
          </a:bodyPr>
          <a:lstStyle>
            <a:lvl1pPr algn="ctr">
              <a:defRPr sz="5400" baseline="0">
                <a:ln w="25400"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7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186880-CD09-DC04-9274-F034B5114CCA}"/>
              </a:ext>
            </a:extLst>
          </p:cNvPr>
          <p:cNvSpPr/>
          <p:nvPr/>
        </p:nvSpPr>
        <p:spPr>
          <a:xfrm>
            <a:off x="7058712" y="457200"/>
            <a:ext cx="4270195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17EF5D-30FC-FBAC-6DFD-E552A7C34F72}"/>
              </a:ext>
            </a:extLst>
          </p:cNvPr>
          <p:cNvSpPr/>
          <p:nvPr userDrawn="1"/>
        </p:nvSpPr>
        <p:spPr>
          <a:xfrm>
            <a:off x="6690589" y="136544"/>
            <a:ext cx="2053087" cy="2042679"/>
          </a:xfrm>
          <a:custGeom>
            <a:avLst/>
            <a:gdLst>
              <a:gd name="connsiteX0" fmla="*/ 1003609 w 2053087"/>
              <a:gd name="connsiteY0" fmla="*/ 1320 h 2042679"/>
              <a:gd name="connsiteX1" fmla="*/ 1369847 w 2053087"/>
              <a:gd name="connsiteY1" fmla="*/ 354620 h 2042679"/>
              <a:gd name="connsiteX2" fmla="*/ 1365832 w 2053087"/>
              <a:gd name="connsiteY2" fmla="*/ 494672 h 2042679"/>
              <a:gd name="connsiteX3" fmla="*/ 1483290 w 2053087"/>
              <a:gd name="connsiteY3" fmla="*/ 417646 h 2042679"/>
              <a:gd name="connsiteX4" fmla="*/ 2014463 w 2053087"/>
              <a:gd name="connsiteY4" fmla="*/ 610796 h 2042679"/>
              <a:gd name="connsiteX5" fmla="*/ 1823223 w 2053087"/>
              <a:gd name="connsiteY5" fmla="*/ 1145905 h 2042679"/>
              <a:gd name="connsiteX6" fmla="*/ 1689077 w 2053087"/>
              <a:gd name="connsiteY6" fmla="*/ 1184929 h 2042679"/>
              <a:gd name="connsiteX7" fmla="*/ 1798709 w 2053087"/>
              <a:gd name="connsiteY7" fmla="*/ 1272173 h 2042679"/>
              <a:gd name="connsiteX8" fmla="*/ 1801644 w 2053087"/>
              <a:gd name="connsiteY8" fmla="*/ 1275417 h 2042679"/>
              <a:gd name="connsiteX9" fmla="*/ 1778760 w 2053087"/>
              <a:gd name="connsiteY9" fmla="*/ 1843212 h 2042679"/>
              <a:gd name="connsiteX10" fmla="*/ 1210966 w 2053087"/>
              <a:gd name="connsiteY10" fmla="*/ 1820327 h 2042679"/>
              <a:gd name="connsiteX11" fmla="*/ 1132747 w 2053087"/>
              <a:gd name="connsiteY11" fmla="*/ 1704421 h 2042679"/>
              <a:gd name="connsiteX12" fmla="*/ 1083207 w 2053087"/>
              <a:gd name="connsiteY12" fmla="*/ 1835633 h 2042679"/>
              <a:gd name="connsiteX13" fmla="*/ 536673 w 2053087"/>
              <a:gd name="connsiteY13" fmla="*/ 1992471 h 2042679"/>
              <a:gd name="connsiteX14" fmla="*/ 379835 w 2053087"/>
              <a:gd name="connsiteY14" fmla="*/ 1445938 h 2042679"/>
              <a:gd name="connsiteX15" fmla="*/ 465527 w 2053087"/>
              <a:gd name="connsiteY15" fmla="*/ 1335114 h 2042679"/>
              <a:gd name="connsiteX16" fmla="*/ 325117 w 2053087"/>
              <a:gd name="connsiteY16" fmla="*/ 1328354 h 2042679"/>
              <a:gd name="connsiteX17" fmla="*/ 7398 w 2053087"/>
              <a:gd name="connsiteY17" fmla="*/ 857547 h 2042679"/>
              <a:gd name="connsiteX18" fmla="*/ 478205 w 2053087"/>
              <a:gd name="connsiteY18" fmla="*/ 539830 h 2042679"/>
              <a:gd name="connsiteX19" fmla="*/ 609919 w 2053087"/>
              <a:gd name="connsiteY19" fmla="*/ 586793 h 2042679"/>
              <a:gd name="connsiteX20" fmla="*/ 572088 w 2053087"/>
              <a:gd name="connsiteY20" fmla="*/ 451096 h 2042679"/>
              <a:gd name="connsiteX21" fmla="*/ 922037 w 2053087"/>
              <a:gd name="connsiteY21" fmla="*/ 2953 h 2042679"/>
              <a:gd name="connsiteX22" fmla="*/ 1003609 w 2053087"/>
              <a:gd name="connsiteY22" fmla="*/ 1320 h 2042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053087" h="2042679">
                <a:moveTo>
                  <a:pt x="1003609" y="1320"/>
                </a:moveTo>
                <a:cubicBezTo>
                  <a:pt x="1190309" y="16473"/>
                  <a:pt x="1346681" y="160602"/>
                  <a:pt x="1369847" y="354620"/>
                </a:cubicBezTo>
                <a:cubicBezTo>
                  <a:pt x="1375086" y="401095"/>
                  <a:pt x="1373978" y="448121"/>
                  <a:pt x="1365832" y="494672"/>
                </a:cubicBezTo>
                <a:cubicBezTo>
                  <a:pt x="1401182" y="464099"/>
                  <a:pt x="1441018" y="437962"/>
                  <a:pt x="1483290" y="417646"/>
                </a:cubicBezTo>
                <a:cubicBezTo>
                  <a:pt x="1683890" y="325566"/>
                  <a:pt x="1920331" y="411579"/>
                  <a:pt x="2014463" y="610796"/>
                </a:cubicBezTo>
                <a:cubicBezTo>
                  <a:pt x="2109287" y="811038"/>
                  <a:pt x="2023465" y="1051081"/>
                  <a:pt x="1823223" y="1145905"/>
                </a:cubicBezTo>
                <a:cubicBezTo>
                  <a:pt x="1781118" y="1165362"/>
                  <a:pt x="1735719" y="1178832"/>
                  <a:pt x="1689077" y="1184929"/>
                </a:cubicBezTo>
                <a:cubicBezTo>
                  <a:pt x="1729023" y="1208729"/>
                  <a:pt x="1766084" y="1238207"/>
                  <a:pt x="1798709" y="1272173"/>
                </a:cubicBezTo>
                <a:cubicBezTo>
                  <a:pt x="1799401" y="1273198"/>
                  <a:pt x="1800952" y="1274391"/>
                  <a:pt x="1801644" y="1275417"/>
                </a:cubicBezTo>
                <a:cubicBezTo>
                  <a:pt x="1952717" y="1438446"/>
                  <a:pt x="1941624" y="1692998"/>
                  <a:pt x="1778760" y="1843212"/>
                </a:cubicBezTo>
                <a:cubicBezTo>
                  <a:pt x="1615730" y="1994283"/>
                  <a:pt x="1361178" y="1983191"/>
                  <a:pt x="1210966" y="1820327"/>
                </a:cubicBezTo>
                <a:cubicBezTo>
                  <a:pt x="1179367" y="1785669"/>
                  <a:pt x="1153063" y="1746692"/>
                  <a:pt x="1132747" y="1704421"/>
                </a:cubicBezTo>
                <a:cubicBezTo>
                  <a:pt x="1122191" y="1749612"/>
                  <a:pt x="1105455" y="1794495"/>
                  <a:pt x="1083207" y="1835633"/>
                </a:cubicBezTo>
                <a:cubicBezTo>
                  <a:pt x="976018" y="2029636"/>
                  <a:pt x="730675" y="2099660"/>
                  <a:pt x="536673" y="1992471"/>
                </a:cubicBezTo>
                <a:cubicBezTo>
                  <a:pt x="342671" y="1885282"/>
                  <a:pt x="272646" y="1639939"/>
                  <a:pt x="379835" y="1445938"/>
                </a:cubicBezTo>
                <a:cubicBezTo>
                  <a:pt x="402942" y="1404966"/>
                  <a:pt x="431562" y="1367738"/>
                  <a:pt x="465527" y="1335114"/>
                </a:cubicBezTo>
                <a:cubicBezTo>
                  <a:pt x="418360" y="1339326"/>
                  <a:pt x="371501" y="1337359"/>
                  <a:pt x="325117" y="1328354"/>
                </a:cubicBezTo>
                <a:cubicBezTo>
                  <a:pt x="107800" y="1286163"/>
                  <a:pt x="-34793" y="1074864"/>
                  <a:pt x="7398" y="857547"/>
                </a:cubicBezTo>
                <a:cubicBezTo>
                  <a:pt x="49589" y="640230"/>
                  <a:pt x="260029" y="497472"/>
                  <a:pt x="478205" y="539830"/>
                </a:cubicBezTo>
                <a:cubicBezTo>
                  <a:pt x="523730" y="548668"/>
                  <a:pt x="568780" y="564545"/>
                  <a:pt x="609919" y="586793"/>
                </a:cubicBezTo>
                <a:cubicBezTo>
                  <a:pt x="590629" y="543829"/>
                  <a:pt x="578185" y="497738"/>
                  <a:pt x="572088" y="451096"/>
                </a:cubicBezTo>
                <a:cubicBezTo>
                  <a:pt x="545445" y="230220"/>
                  <a:pt x="702020" y="29762"/>
                  <a:pt x="922037" y="2953"/>
                </a:cubicBezTo>
                <a:cubicBezTo>
                  <a:pt x="949647" y="-377"/>
                  <a:pt x="976937" y="-845"/>
                  <a:pt x="1003609" y="1320"/>
                </a:cubicBezTo>
                <a:close/>
              </a:path>
            </a:pathLst>
          </a:custGeom>
          <a:noFill/>
          <a:ln w="25400" cap="flat">
            <a:solidFill>
              <a:schemeClr val="accent2">
                <a:lumMod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993C80-827B-073B-123F-91EFA6ED0F16}"/>
              </a:ext>
            </a:extLst>
          </p:cNvPr>
          <p:cNvGrpSpPr/>
          <p:nvPr userDrawn="1"/>
        </p:nvGrpSpPr>
        <p:grpSpPr>
          <a:xfrm>
            <a:off x="581992" y="609600"/>
            <a:ext cx="4681680" cy="5257800"/>
            <a:chOff x="581992" y="609600"/>
            <a:chExt cx="10770220" cy="5257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804940-5591-901C-5BAD-295772E97B69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58674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7CE5C39-E203-EE25-F974-E00FF20297FB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6096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49AEC4B-CE87-8089-CF08-AB40516E1E8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1208" y="612648"/>
            <a:ext cx="4745736" cy="52578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3B9FDF2-20DD-5F35-EA03-802EC68868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17381" y="914401"/>
            <a:ext cx="3372886" cy="5010213"/>
          </a:xfrm>
          <a:custGeom>
            <a:avLst/>
            <a:gdLst>
              <a:gd name="connsiteX0" fmla="*/ 3370405 w 3372886"/>
              <a:gd name="connsiteY0" fmla="*/ 4826209 h 5010213"/>
              <a:gd name="connsiteX1" fmla="*/ 3368648 w 3372886"/>
              <a:gd name="connsiteY1" fmla="*/ 4843643 h 5010213"/>
              <a:gd name="connsiteX2" fmla="*/ 3362544 w 3372886"/>
              <a:gd name="connsiteY2" fmla="*/ 4863308 h 5010213"/>
              <a:gd name="connsiteX3" fmla="*/ 3347925 w 3372886"/>
              <a:gd name="connsiteY3" fmla="*/ 4848689 h 5010213"/>
              <a:gd name="connsiteX4" fmla="*/ 208613 w 3372886"/>
              <a:gd name="connsiteY4" fmla="*/ 0 h 5010213"/>
              <a:gd name="connsiteX5" fmla="*/ 3164273 w 3372886"/>
              <a:gd name="connsiteY5" fmla="*/ 0 h 5010213"/>
              <a:gd name="connsiteX6" fmla="*/ 3372886 w 3372886"/>
              <a:gd name="connsiteY6" fmla="*/ 208613 h 5010213"/>
              <a:gd name="connsiteX7" fmla="*/ 3372886 w 3372886"/>
              <a:gd name="connsiteY7" fmla="*/ 4436392 h 5010213"/>
              <a:gd name="connsiteX8" fmla="*/ 3154257 w 3372886"/>
              <a:gd name="connsiteY8" fmla="*/ 4655021 h 5010213"/>
              <a:gd name="connsiteX9" fmla="*/ 2930746 w 3372886"/>
              <a:gd name="connsiteY9" fmla="*/ 4431510 h 5010213"/>
              <a:gd name="connsiteX10" fmla="*/ 2737078 w 3372886"/>
              <a:gd name="connsiteY10" fmla="*/ 4625178 h 5010213"/>
              <a:gd name="connsiteX11" fmla="*/ 2960589 w 3372886"/>
              <a:gd name="connsiteY11" fmla="*/ 4848689 h 5010213"/>
              <a:gd name="connsiteX12" fmla="*/ 2799065 w 3372886"/>
              <a:gd name="connsiteY12" fmla="*/ 5010213 h 5010213"/>
              <a:gd name="connsiteX13" fmla="*/ 208613 w 3372886"/>
              <a:gd name="connsiteY13" fmla="*/ 5010213 h 5010213"/>
              <a:gd name="connsiteX14" fmla="*/ 0 w 3372886"/>
              <a:gd name="connsiteY14" fmla="*/ 4801600 h 5010213"/>
              <a:gd name="connsiteX15" fmla="*/ 0 w 3372886"/>
              <a:gd name="connsiteY15" fmla="*/ 208613 h 5010213"/>
              <a:gd name="connsiteX16" fmla="*/ 208613 w 3372886"/>
              <a:gd name="connsiteY16" fmla="*/ 0 h 501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72886" h="5010213">
                <a:moveTo>
                  <a:pt x="3370405" y="4826209"/>
                </a:moveTo>
                <a:lnTo>
                  <a:pt x="3368648" y="4843643"/>
                </a:lnTo>
                <a:lnTo>
                  <a:pt x="3362544" y="4863308"/>
                </a:lnTo>
                <a:lnTo>
                  <a:pt x="3347925" y="4848689"/>
                </a:lnTo>
                <a:close/>
                <a:moveTo>
                  <a:pt x="208613" y="0"/>
                </a:moveTo>
                <a:lnTo>
                  <a:pt x="3164273" y="0"/>
                </a:lnTo>
                <a:cubicBezTo>
                  <a:pt x="3279487" y="0"/>
                  <a:pt x="3372886" y="93399"/>
                  <a:pt x="3372886" y="208613"/>
                </a:cubicBezTo>
                <a:lnTo>
                  <a:pt x="3372886" y="4436392"/>
                </a:lnTo>
                <a:lnTo>
                  <a:pt x="3154257" y="4655021"/>
                </a:lnTo>
                <a:lnTo>
                  <a:pt x="2930746" y="4431510"/>
                </a:lnTo>
                <a:lnTo>
                  <a:pt x="2737078" y="4625178"/>
                </a:lnTo>
                <a:lnTo>
                  <a:pt x="2960589" y="4848689"/>
                </a:lnTo>
                <a:lnTo>
                  <a:pt x="2799065" y="5010213"/>
                </a:lnTo>
                <a:lnTo>
                  <a:pt x="208613" y="5010213"/>
                </a:lnTo>
                <a:cubicBezTo>
                  <a:pt x="93399" y="5010213"/>
                  <a:pt x="0" y="4916814"/>
                  <a:pt x="0" y="4801600"/>
                </a:cubicBezTo>
                <a:lnTo>
                  <a:pt x="0" y="208613"/>
                </a:lnTo>
                <a:cubicBezTo>
                  <a:pt x="0" y="93399"/>
                  <a:pt x="93399" y="0"/>
                  <a:pt x="20861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6F145759-7E95-1BC3-317C-FAE2A6383B40}"/>
              </a:ext>
            </a:extLst>
          </p:cNvPr>
          <p:cNvSpPr/>
          <p:nvPr userDrawn="1"/>
        </p:nvSpPr>
        <p:spPr>
          <a:xfrm rot="2700000">
            <a:off x="10218602" y="5310054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39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5466164-2200-0DEC-FF0B-73D9E6F78ACC}"/>
              </a:ext>
            </a:extLst>
          </p:cNvPr>
          <p:cNvGrpSpPr/>
          <p:nvPr userDrawn="1"/>
        </p:nvGrpSpPr>
        <p:grpSpPr>
          <a:xfrm>
            <a:off x="558905" y="609601"/>
            <a:ext cx="4503264" cy="5791192"/>
            <a:chOff x="7001350" y="610643"/>
            <a:chExt cx="4503264" cy="5256755"/>
          </a:xfr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DF42ED7-D7A6-1AED-B963-4BDF2948E1E3}"/>
                </a:ext>
              </a:extLst>
            </p:cNvPr>
            <p:cNvSpPr/>
            <p:nvPr/>
          </p:nvSpPr>
          <p:spPr>
            <a:xfrm>
              <a:off x="7001350" y="3429000"/>
              <a:ext cx="4503264" cy="2438398"/>
            </a:xfrm>
            <a:prstGeom prst="roundRect">
              <a:avLst>
                <a:gd name="adj" fmla="val 11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0DE4-B99A-0032-7632-8B5365124CEF}"/>
                </a:ext>
              </a:extLst>
            </p:cNvPr>
            <p:cNvSpPr/>
            <p:nvPr/>
          </p:nvSpPr>
          <p:spPr>
            <a:xfrm>
              <a:off x="7001350" y="610643"/>
              <a:ext cx="4503264" cy="2438398"/>
            </a:xfrm>
            <a:prstGeom prst="roundRect">
              <a:avLst>
                <a:gd name="adj" fmla="val 11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805412-4C95-AD2C-6AA6-C23274E77D39}"/>
              </a:ext>
            </a:extLst>
          </p:cNvPr>
          <p:cNvCxnSpPr>
            <a:cxnSpLocks/>
          </p:cNvCxnSpPr>
          <p:nvPr userDrawn="1"/>
        </p:nvCxnSpPr>
        <p:spPr>
          <a:xfrm>
            <a:off x="5704640" y="5867400"/>
            <a:ext cx="5664819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728FD0-DF82-83F1-28E0-FEBA18FF792E}"/>
              </a:ext>
            </a:extLst>
          </p:cNvPr>
          <p:cNvCxnSpPr>
            <a:cxnSpLocks/>
          </p:cNvCxnSpPr>
          <p:nvPr userDrawn="1"/>
        </p:nvCxnSpPr>
        <p:spPr>
          <a:xfrm>
            <a:off x="5704640" y="631520"/>
            <a:ext cx="5664819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35">
            <a:extLst>
              <a:ext uri="{FF2B5EF4-FFF2-40B4-BE49-F238E27FC236}">
                <a16:creationId xmlns:a16="http://schemas.microsoft.com/office/drawing/2014/main" id="{CF056986-9B91-A95C-3BDF-82239110E82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093" t="-16314" r="-13478" b="-3577"/>
          <a:stretch/>
        </p:blipFill>
        <p:spPr>
          <a:xfrm rot="16200000">
            <a:off x="-48601" y="48186"/>
            <a:ext cx="2434778" cy="2368886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A682F108-3AE7-2A73-C8C3-2DD7033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856" y="631519"/>
            <a:ext cx="5696714" cy="40928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E2C66DB6-41D4-AC6F-2E21-2698126075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3638" y="952497"/>
            <a:ext cx="3733799" cy="5105400"/>
          </a:xfrm>
          <a:custGeom>
            <a:avLst/>
            <a:gdLst>
              <a:gd name="connsiteX0" fmla="*/ 622312 w 3733799"/>
              <a:gd name="connsiteY0" fmla="*/ 0 h 5105400"/>
              <a:gd name="connsiteX1" fmla="*/ 3111487 w 3733799"/>
              <a:gd name="connsiteY1" fmla="*/ 0 h 5105400"/>
              <a:gd name="connsiteX2" fmla="*/ 3733799 w 3733799"/>
              <a:gd name="connsiteY2" fmla="*/ 622312 h 5105400"/>
              <a:gd name="connsiteX3" fmla="*/ 3733799 w 3733799"/>
              <a:gd name="connsiteY3" fmla="*/ 4414839 h 5105400"/>
              <a:gd name="connsiteX4" fmla="*/ 3709388 w 3733799"/>
              <a:gd name="connsiteY4" fmla="*/ 4390428 h 5105400"/>
              <a:gd name="connsiteX5" fmla="*/ 3485877 w 3733799"/>
              <a:gd name="connsiteY5" fmla="*/ 4613939 h 5105400"/>
              <a:gd name="connsiteX6" fmla="*/ 3262366 w 3733799"/>
              <a:gd name="connsiteY6" fmla="*/ 4390428 h 5105400"/>
              <a:gd name="connsiteX7" fmla="*/ 3068698 w 3733799"/>
              <a:gd name="connsiteY7" fmla="*/ 4584096 h 5105400"/>
              <a:gd name="connsiteX8" fmla="*/ 3292209 w 3733799"/>
              <a:gd name="connsiteY8" fmla="*/ 4807607 h 5105400"/>
              <a:gd name="connsiteX9" fmla="*/ 3068698 w 3733799"/>
              <a:gd name="connsiteY9" fmla="*/ 5031118 h 5105400"/>
              <a:gd name="connsiteX10" fmla="*/ 3140096 w 3733799"/>
              <a:gd name="connsiteY10" fmla="*/ 5102516 h 5105400"/>
              <a:gd name="connsiteX11" fmla="*/ 3111487 w 3733799"/>
              <a:gd name="connsiteY11" fmla="*/ 5105400 h 5105400"/>
              <a:gd name="connsiteX12" fmla="*/ 622312 w 3733799"/>
              <a:gd name="connsiteY12" fmla="*/ 5105400 h 5105400"/>
              <a:gd name="connsiteX13" fmla="*/ 0 w 3733799"/>
              <a:gd name="connsiteY13" fmla="*/ 4483088 h 5105400"/>
              <a:gd name="connsiteX14" fmla="*/ 0 w 3733799"/>
              <a:gd name="connsiteY14" fmla="*/ 622312 h 5105400"/>
              <a:gd name="connsiteX15" fmla="*/ 622312 w 3733799"/>
              <a:gd name="connsiteY15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33799" h="5105400">
                <a:moveTo>
                  <a:pt x="622312" y="0"/>
                </a:moveTo>
                <a:lnTo>
                  <a:pt x="3111487" y="0"/>
                </a:lnTo>
                <a:cubicBezTo>
                  <a:pt x="3455180" y="0"/>
                  <a:pt x="3733799" y="278619"/>
                  <a:pt x="3733799" y="622312"/>
                </a:cubicBezTo>
                <a:lnTo>
                  <a:pt x="3733799" y="4414839"/>
                </a:lnTo>
                <a:lnTo>
                  <a:pt x="3709388" y="4390428"/>
                </a:lnTo>
                <a:lnTo>
                  <a:pt x="3485877" y="4613939"/>
                </a:lnTo>
                <a:lnTo>
                  <a:pt x="3262366" y="4390428"/>
                </a:lnTo>
                <a:lnTo>
                  <a:pt x="3068698" y="4584096"/>
                </a:lnTo>
                <a:lnTo>
                  <a:pt x="3292209" y="4807607"/>
                </a:lnTo>
                <a:lnTo>
                  <a:pt x="3068698" y="5031118"/>
                </a:lnTo>
                <a:lnTo>
                  <a:pt x="3140096" y="5102516"/>
                </a:lnTo>
                <a:lnTo>
                  <a:pt x="3111487" y="5105400"/>
                </a:lnTo>
                <a:lnTo>
                  <a:pt x="622312" y="5105400"/>
                </a:lnTo>
                <a:cubicBezTo>
                  <a:pt x="278619" y="5105400"/>
                  <a:pt x="0" y="4826781"/>
                  <a:pt x="0" y="4483088"/>
                </a:cubicBezTo>
                <a:lnTo>
                  <a:pt x="0" y="622312"/>
                </a:lnTo>
                <a:cubicBezTo>
                  <a:pt x="0" y="278619"/>
                  <a:pt x="278619" y="0"/>
                  <a:pt x="62231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6E3DD6E9-B188-4073-618E-913C10B25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9980" y="4762498"/>
            <a:ext cx="5697929" cy="10668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46328A47-0F71-24AD-1DBE-43C71079A374}"/>
              </a:ext>
            </a:extLst>
          </p:cNvPr>
          <p:cNvSpPr/>
          <p:nvPr userDrawn="1"/>
        </p:nvSpPr>
        <p:spPr>
          <a:xfrm rot="2700000">
            <a:off x="3976479" y="5307068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262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0AE0-C844-54D6-6029-86DFDACF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21792"/>
            <a:ext cx="5715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58B5C90-17D9-C673-F1EC-0ED209084E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84832"/>
            <a:ext cx="5715000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EBB14C-D20D-204B-2946-AD69B85744AB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19C6F3-0BA0-1C77-3DB4-761E584808F4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9C344F-D71F-89C1-89D1-17EF8F9A4455}"/>
              </a:ext>
            </a:extLst>
          </p:cNvPr>
          <p:cNvSpPr/>
          <p:nvPr userDrawn="1"/>
        </p:nvSpPr>
        <p:spPr>
          <a:xfrm>
            <a:off x="7082017" y="1143000"/>
            <a:ext cx="4270195" cy="4114797"/>
          </a:xfrm>
          <a:prstGeom prst="roundRect">
            <a:avLst>
              <a:gd name="adj" fmla="val 7995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A531EC8-CE4E-3DF8-AE13-9EDF4E026F8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7618412" y="1550791"/>
            <a:ext cx="3505200" cy="3333765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73575EF-AC90-8222-EC49-8D685008C1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32812" y="2467865"/>
            <a:ext cx="1499616" cy="1499616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E54EE-77AF-E258-31B4-FA35A330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5B8AF-C49D-571F-69BF-1AB0C27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5E931-3ABC-DD1A-FDC8-C03E569E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68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7B74CE-1A45-5DDD-F75F-4D4303056AC2}"/>
              </a:ext>
            </a:extLst>
          </p:cNvPr>
          <p:cNvSpPr/>
          <p:nvPr userDrawn="1"/>
        </p:nvSpPr>
        <p:spPr>
          <a:xfrm>
            <a:off x="581992" y="1017439"/>
            <a:ext cx="10766796" cy="1465622"/>
          </a:xfrm>
          <a:prstGeom prst="roundRect">
            <a:avLst>
              <a:gd name="adj" fmla="val 11894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6CBDAA-F3EB-A7CC-348C-C6DEF36D4318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78AE03-2D5A-BEDE-B033-84F89218D9BB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A3B78-13C8-892D-7ADC-D62A05F51967}"/>
              </a:ext>
            </a:extLst>
          </p:cNvPr>
          <p:cNvGrpSpPr/>
          <p:nvPr userDrawn="1"/>
        </p:nvGrpSpPr>
        <p:grpSpPr>
          <a:xfrm flipH="1">
            <a:off x="8245440" y="0"/>
            <a:ext cx="3943385" cy="2209800"/>
            <a:chOff x="-10411" y="0"/>
            <a:chExt cx="3943385" cy="22098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C5AC647-1AA8-FA57-37D8-5F2E093893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2955" t="-1334" r="-10741" b="23144"/>
            <a:stretch/>
          </p:blipFill>
          <p:spPr>
            <a:xfrm rot="10800000" flipH="1">
              <a:off x="-10411" y="0"/>
              <a:ext cx="2556844" cy="2209800"/>
            </a:xfrm>
            <a:prstGeom prst="rect">
              <a:avLst/>
            </a:prstGeom>
          </p:spPr>
        </p:pic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F0C52D8B-C4A5-6592-FB45-2A569D339574}"/>
                </a:ext>
              </a:extLst>
            </p:cNvPr>
            <p:cNvSpPr/>
            <p:nvPr/>
          </p:nvSpPr>
          <p:spPr>
            <a:xfrm rot="2700000">
              <a:off x="3278601" y="721719"/>
              <a:ext cx="654373" cy="654373"/>
            </a:xfrm>
            <a:prstGeom prst="plus">
              <a:avLst>
                <a:gd name="adj" fmla="val 34886"/>
              </a:avLst>
            </a:prstGeom>
            <a:solidFill>
              <a:schemeClr val="accent2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Quire Sans"/>
                <a:ea typeface="+mn-ea"/>
                <a:cs typeface="+mn-cs"/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3E148C5-F88C-4D65-3DB7-756252A8A1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9" t="-1685" r="-5675" b="63656"/>
          <a:stretch/>
        </p:blipFill>
        <p:spPr>
          <a:xfrm>
            <a:off x="840037" y="1219201"/>
            <a:ext cx="3494301" cy="1263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BE60AE-BB9D-05D7-65F7-DA818CF8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0008"/>
            <a:ext cx="1089050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8">
            <a:extLst>
              <a:ext uri="{FF2B5EF4-FFF2-40B4-BE49-F238E27FC236}">
                <a16:creationId xmlns:a16="http://schemas.microsoft.com/office/drawing/2014/main" id="{C6002F4C-93CF-DB09-2A74-421C01983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703320"/>
            <a:ext cx="10771632" cy="201168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B9BAC-9473-E02D-034C-A712981D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7D348-2AA6-5878-4C98-CB3E895F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4AA3A-02D3-C16A-F484-4365AEC6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068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823B-1848-DD23-32C1-55B6F35B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21792"/>
            <a:ext cx="5878004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C6369831-3D9F-A5E3-4BD7-A70602CD96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8" y="2084832"/>
            <a:ext cx="5878004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0176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8C9E72-33C7-B5A5-6E0C-E4D81F133BA4}"/>
              </a:ext>
            </a:extLst>
          </p:cNvPr>
          <p:cNvCxnSpPr>
            <a:cxnSpLocks/>
          </p:cNvCxnSpPr>
          <p:nvPr/>
        </p:nvCxnSpPr>
        <p:spPr>
          <a:xfrm>
            <a:off x="581992" y="5867400"/>
            <a:ext cx="56648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D31522-CF82-7988-2E83-546796650259}"/>
              </a:ext>
            </a:extLst>
          </p:cNvPr>
          <p:cNvCxnSpPr>
            <a:cxnSpLocks/>
          </p:cNvCxnSpPr>
          <p:nvPr/>
        </p:nvCxnSpPr>
        <p:spPr>
          <a:xfrm>
            <a:off x="581992" y="609600"/>
            <a:ext cx="5664820" cy="0"/>
          </a:xfrm>
          <a:prstGeom prst="line">
            <a:avLst/>
          </a:prstGeom>
          <a:ln w="12700">
            <a:solidFill>
              <a:srgbClr val="435F3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049D66-D5A8-DFED-1BBA-E00C8E0BF013}"/>
              </a:ext>
            </a:extLst>
          </p:cNvPr>
          <p:cNvSpPr/>
          <p:nvPr userDrawn="1"/>
        </p:nvSpPr>
        <p:spPr>
          <a:xfrm>
            <a:off x="7224731" y="457200"/>
            <a:ext cx="4198461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C00F615-D350-70FC-458B-17DC58C3DAB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55" t="-1334" r="3949" b="23144"/>
          <a:stretch/>
        </p:blipFill>
        <p:spPr>
          <a:xfrm rot="10800000" flipH="1">
            <a:off x="7528972" y="733525"/>
            <a:ext cx="3894220" cy="4042044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F6D3D1EF-9096-4DE3-65B0-A56792BCA9FB}"/>
              </a:ext>
            </a:extLst>
          </p:cNvPr>
          <p:cNvSpPr/>
          <p:nvPr userDrawn="1"/>
        </p:nvSpPr>
        <p:spPr>
          <a:xfrm rot="2700000">
            <a:off x="10818034" y="5734035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F76B484-4DDB-2219-B076-85EF15583E6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46841" r="-10838" b="608"/>
          <a:stretch/>
        </p:blipFill>
        <p:spPr>
          <a:xfrm rot="5400000">
            <a:off x="8605723" y="4789665"/>
            <a:ext cx="2202153" cy="16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3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5EC899-82DA-6C62-F99A-A5C1822003D6}"/>
              </a:ext>
            </a:extLst>
          </p:cNvPr>
          <p:cNvSpPr/>
          <p:nvPr userDrawn="1"/>
        </p:nvSpPr>
        <p:spPr>
          <a:xfrm>
            <a:off x="6998473" y="625258"/>
            <a:ext cx="4503264" cy="2686302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BD98418-0E68-2FD2-AAF8-5F48931A2A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093" t="-16314" r="-13478" b="-3577"/>
          <a:stretch/>
        </p:blipFill>
        <p:spPr>
          <a:xfrm rot="16200000">
            <a:off x="5933484" y="-70786"/>
            <a:ext cx="2434778" cy="236888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B2DB26-152B-A660-5994-264088B10127}"/>
              </a:ext>
            </a:extLst>
          </p:cNvPr>
          <p:cNvSpPr/>
          <p:nvPr userDrawn="1"/>
        </p:nvSpPr>
        <p:spPr>
          <a:xfrm>
            <a:off x="6998473" y="3708269"/>
            <a:ext cx="4503264" cy="2686302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58E8EC6C-4C4F-5126-5867-B835579ADE95}"/>
              </a:ext>
            </a:extLst>
          </p:cNvPr>
          <p:cNvSpPr/>
          <p:nvPr userDrawn="1"/>
        </p:nvSpPr>
        <p:spPr>
          <a:xfrm rot="2700000">
            <a:off x="11020486" y="5779707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1924ED2-7665-CDA5-A950-86022E36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21792"/>
            <a:ext cx="5878004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18">
            <a:extLst>
              <a:ext uri="{FF2B5EF4-FFF2-40B4-BE49-F238E27FC236}">
                <a16:creationId xmlns:a16="http://schemas.microsoft.com/office/drawing/2014/main" id="{21E8B3C6-A310-27D6-2D48-55A75DF4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8" y="2084832"/>
            <a:ext cx="5878004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9055FDB-38DD-4E72-2C97-C84ED6C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51989" y="1162590"/>
            <a:ext cx="3596232" cy="4694649"/>
          </a:xfrm>
          <a:custGeom>
            <a:avLst/>
            <a:gdLst>
              <a:gd name="connsiteX0" fmla="*/ 188910 w 3596232"/>
              <a:gd name="connsiteY0" fmla="*/ 0 h 4694649"/>
              <a:gd name="connsiteX1" fmla="*/ 3407322 w 3596232"/>
              <a:gd name="connsiteY1" fmla="*/ 0 h 4694649"/>
              <a:gd name="connsiteX2" fmla="*/ 3596232 w 3596232"/>
              <a:gd name="connsiteY2" fmla="*/ 188910 h 4694649"/>
              <a:gd name="connsiteX3" fmla="*/ 3596232 w 3596232"/>
              <a:gd name="connsiteY3" fmla="*/ 4505739 h 4694649"/>
              <a:gd name="connsiteX4" fmla="*/ 3407322 w 3596232"/>
              <a:gd name="connsiteY4" fmla="*/ 4694649 h 4694649"/>
              <a:gd name="connsiteX5" fmla="*/ 188910 w 3596232"/>
              <a:gd name="connsiteY5" fmla="*/ 4694649 h 4694649"/>
              <a:gd name="connsiteX6" fmla="*/ 0 w 3596232"/>
              <a:gd name="connsiteY6" fmla="*/ 4505739 h 4694649"/>
              <a:gd name="connsiteX7" fmla="*/ 0 w 3596232"/>
              <a:gd name="connsiteY7" fmla="*/ 188910 h 4694649"/>
              <a:gd name="connsiteX8" fmla="*/ 188910 w 3596232"/>
              <a:gd name="connsiteY8" fmla="*/ 0 h 469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6232" h="4694649">
                <a:moveTo>
                  <a:pt x="188910" y="0"/>
                </a:moveTo>
                <a:lnTo>
                  <a:pt x="3407322" y="0"/>
                </a:lnTo>
                <a:cubicBezTo>
                  <a:pt x="3511654" y="0"/>
                  <a:pt x="3596232" y="84578"/>
                  <a:pt x="3596232" y="188910"/>
                </a:cubicBezTo>
                <a:lnTo>
                  <a:pt x="3596232" y="4505739"/>
                </a:lnTo>
                <a:cubicBezTo>
                  <a:pt x="3596232" y="4610071"/>
                  <a:pt x="3511654" y="4694649"/>
                  <a:pt x="3407322" y="4694649"/>
                </a:cubicBezTo>
                <a:lnTo>
                  <a:pt x="188910" y="4694649"/>
                </a:lnTo>
                <a:cubicBezTo>
                  <a:pt x="84578" y="4694649"/>
                  <a:pt x="0" y="4610071"/>
                  <a:pt x="0" y="4505739"/>
                </a:cubicBezTo>
                <a:lnTo>
                  <a:pt x="0" y="188910"/>
                </a:lnTo>
                <a:cubicBezTo>
                  <a:pt x="0" y="84578"/>
                  <a:pt x="84578" y="0"/>
                  <a:pt x="18891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217FB8-20E0-118C-285D-4FEFA1E35326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56648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BC3664-186D-E7FA-94A7-CA62E87CDA5E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5664820" cy="0"/>
          </a:xfrm>
          <a:prstGeom prst="line">
            <a:avLst/>
          </a:prstGeom>
          <a:ln w="12700">
            <a:solidFill>
              <a:srgbClr val="435F3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0176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2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FB16F0-8AD5-B0AE-9C56-88DCA31251D9}"/>
              </a:ext>
            </a:extLst>
          </p:cNvPr>
          <p:cNvSpPr/>
          <p:nvPr userDrawn="1"/>
        </p:nvSpPr>
        <p:spPr>
          <a:xfrm>
            <a:off x="581992" y="677975"/>
            <a:ext cx="10766796" cy="2942607"/>
          </a:xfrm>
          <a:prstGeom prst="roundRect">
            <a:avLst>
              <a:gd name="adj" fmla="val 11894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F0579C-BBD7-4DD3-1C37-C316F6F08BC2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61B335A0-563D-0DD7-3AC3-0D27F3193F5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55" t="-1334" r="-10741" b="23144"/>
          <a:stretch/>
        </p:blipFill>
        <p:spPr>
          <a:xfrm rot="10800000" flipH="1">
            <a:off x="-10411" y="0"/>
            <a:ext cx="2556844" cy="22098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06A4F6-45A9-41CD-5553-543DB8BE288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46841" r="-10838" b="608"/>
          <a:stretch/>
        </p:blipFill>
        <p:spPr>
          <a:xfrm rot="5400000">
            <a:off x="8882003" y="511012"/>
            <a:ext cx="3829404" cy="2807380"/>
          </a:xfrm>
          <a:prstGeom prst="rect">
            <a:avLst/>
          </a:prstGeom>
        </p:spPr>
      </p:pic>
      <p:sp>
        <p:nvSpPr>
          <p:cNvPr id="15" name="Cross 14">
            <a:extLst>
              <a:ext uri="{FF2B5EF4-FFF2-40B4-BE49-F238E27FC236}">
                <a16:creationId xmlns:a16="http://schemas.microsoft.com/office/drawing/2014/main" id="{92F52620-F282-F4C3-BBCC-13756F044D0E}"/>
              </a:ext>
            </a:extLst>
          </p:cNvPr>
          <p:cNvSpPr/>
          <p:nvPr userDrawn="1"/>
        </p:nvSpPr>
        <p:spPr>
          <a:xfrm rot="2700000">
            <a:off x="3278602" y="389611"/>
            <a:ext cx="654373" cy="654373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3">
            <a:extLst>
              <a:ext uri="{FF2B5EF4-FFF2-40B4-BE49-F238E27FC236}">
                <a16:creationId xmlns:a16="http://schemas.microsoft.com/office/drawing/2014/main" id="{B91AE9CC-DB83-56BB-43A9-75FB37CB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776" y="987552"/>
            <a:ext cx="8156448" cy="26334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aseline="0">
                <a:ln w="25400"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38EE0AEB-B6D8-567F-532A-4C5C8CDBAA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5216" y="3995927"/>
            <a:ext cx="5129784" cy="187102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8">
            <a:extLst>
              <a:ext uri="{FF2B5EF4-FFF2-40B4-BE49-F238E27FC236}">
                <a16:creationId xmlns:a16="http://schemas.microsoft.com/office/drawing/2014/main" id="{CB53BDB2-1DE7-6F74-914B-6AB6DCC40F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9048" y="3995927"/>
            <a:ext cx="5129784" cy="187102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5919E-25CD-A9C7-96B4-418FF31E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4E10E-956F-120F-9A17-F3DD13E8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5462C-9030-1F53-ABD6-298C4F3B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72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8DDA-6C9D-8B86-2FC0-8E5F1310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1076248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B8058444-CAAE-9075-06DD-CA7475610897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585216" y="2066545"/>
            <a:ext cx="5129784" cy="164039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72A43166-102A-35B9-70FB-5E34A959DD83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099048" y="2066545"/>
            <a:ext cx="5129784" cy="164039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BC23DD-4FCE-130E-B4E1-D95A8CD6E676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BBFEA-903D-D7F6-1BC1-911DE35E8775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5DE43A-60F4-A089-D93E-741A4D0929DF}"/>
              </a:ext>
            </a:extLst>
          </p:cNvPr>
          <p:cNvSpPr/>
          <p:nvPr/>
        </p:nvSpPr>
        <p:spPr>
          <a:xfrm>
            <a:off x="581992" y="3994574"/>
            <a:ext cx="10770220" cy="115363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C02731-8947-D88F-F80B-F2C65DA5799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8715414" y="3679037"/>
            <a:ext cx="1998474" cy="19007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428FFD0-6816-9A55-2A04-B52A4152E91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5134816" y="3679037"/>
            <a:ext cx="1998474" cy="190073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B769B67-BF85-171D-E468-159DC7A4256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64" r="-5560"/>
          <a:stretch/>
        </p:blipFill>
        <p:spPr>
          <a:xfrm>
            <a:off x="1390589" y="3679037"/>
            <a:ext cx="1998474" cy="1900731"/>
          </a:xfrm>
          <a:prstGeom prst="rect">
            <a:avLst/>
          </a:prstGeom>
        </p:spPr>
      </p:pic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15E08D62-18FF-AEA1-A29B-0C212BE31713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1918652" y="4208778"/>
            <a:ext cx="841248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0C30F2D6-7955-A01D-4414-08BD54DC4C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73788" y="4208778"/>
            <a:ext cx="841248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20">
            <a:extLst>
              <a:ext uri="{FF2B5EF4-FFF2-40B4-BE49-F238E27FC236}">
                <a16:creationId xmlns:a16="http://schemas.microsoft.com/office/drawing/2014/main" id="{88D95A1F-88CD-45EF-9B7E-52D533D351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02563" y="4157029"/>
            <a:ext cx="841248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9425B-7D90-1B71-5868-B3E7A6C8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D266C-5561-C631-7A76-C0C47166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830D7-6165-3054-1914-DB6D1394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12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AA7070-5E0F-A195-181C-1F8779194804}"/>
              </a:ext>
            </a:extLst>
          </p:cNvPr>
          <p:cNvSpPr/>
          <p:nvPr userDrawn="1"/>
        </p:nvSpPr>
        <p:spPr>
          <a:xfrm>
            <a:off x="617300" y="2098628"/>
            <a:ext cx="5204302" cy="3326011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EBC589-0AFD-F714-9D30-5929AB52587C}"/>
              </a:ext>
            </a:extLst>
          </p:cNvPr>
          <p:cNvSpPr/>
          <p:nvPr userDrawn="1"/>
        </p:nvSpPr>
        <p:spPr>
          <a:xfrm>
            <a:off x="6101646" y="2084190"/>
            <a:ext cx="5302013" cy="3326010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FB934-22A7-686D-6489-5802A497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1792"/>
            <a:ext cx="10762488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FA4554B-98CB-41FF-83FE-16E82D7001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7251" y="2313833"/>
            <a:ext cx="4724400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lIns="365760" rIns="36576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B254B580-B88B-30D6-906C-5D8A528326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5461" y="2313833"/>
            <a:ext cx="4724400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10363 w 4724400"/>
              <a:gd name="connsiteY1" fmla="*/ 0 h 2895600"/>
              <a:gd name="connsiteX2" fmla="*/ 4402058 w 4724400"/>
              <a:gd name="connsiteY2" fmla="*/ 8305 h 2895600"/>
              <a:gd name="connsiteX3" fmla="*/ 4595726 w 4724400"/>
              <a:gd name="connsiteY3" fmla="*/ 201973 h 2895600"/>
              <a:gd name="connsiteX4" fmla="*/ 4684950 w 4724400"/>
              <a:gd name="connsiteY4" fmla="*/ 112749 h 2895600"/>
              <a:gd name="connsiteX5" fmla="*/ 4705896 w 4724400"/>
              <a:gd name="connsiteY5" fmla="*/ 143815 h 2895600"/>
              <a:gd name="connsiteX6" fmla="*/ 4724400 w 4724400"/>
              <a:gd name="connsiteY6" fmla="*/ 235470 h 2895600"/>
              <a:gd name="connsiteX7" fmla="*/ 4724400 w 4724400"/>
              <a:gd name="connsiteY7" fmla="*/ 2660130 h 2895600"/>
              <a:gd name="connsiteX8" fmla="*/ 4488930 w 4724400"/>
              <a:gd name="connsiteY8" fmla="*/ 2895600 h 2895600"/>
              <a:gd name="connsiteX9" fmla="*/ 235470 w 4724400"/>
              <a:gd name="connsiteY9" fmla="*/ 2895600 h 2895600"/>
              <a:gd name="connsiteX10" fmla="*/ 0 w 4724400"/>
              <a:gd name="connsiteY10" fmla="*/ 2660130 h 2895600"/>
              <a:gd name="connsiteX11" fmla="*/ 0 w 4724400"/>
              <a:gd name="connsiteY11" fmla="*/ 235470 h 2895600"/>
              <a:gd name="connsiteX12" fmla="*/ 235470 w 4724400"/>
              <a:gd name="connsiteY12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10363" y="0"/>
                </a:lnTo>
                <a:lnTo>
                  <a:pt x="4402058" y="8305"/>
                </a:lnTo>
                <a:lnTo>
                  <a:pt x="4595726" y="201973"/>
                </a:lnTo>
                <a:lnTo>
                  <a:pt x="4684950" y="112749"/>
                </a:lnTo>
                <a:lnTo>
                  <a:pt x="4705896" y="143815"/>
                </a:lnTo>
                <a:cubicBezTo>
                  <a:pt x="4717811" y="171986"/>
                  <a:pt x="4724400" y="202959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105424" y="2895600"/>
                  <a:pt x="0" y="2790176"/>
                  <a:pt x="0" y="2660130"/>
                </a:cubicBez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lIns="365760" rIns="36576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E79F9-00E6-1773-B032-386686A4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A5119-9C2C-6866-6CCD-777AFBC2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79AB2-758F-7D1A-843D-DFDDA4B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575D10-6B46-1E49-9456-8EB333AA4E78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EEA4E1-2312-3E1A-929C-5BC1477675E0}"/>
              </a:ext>
            </a:extLst>
          </p:cNvPr>
          <p:cNvCxnSpPr>
            <a:cxnSpLocks/>
          </p:cNvCxnSpPr>
          <p:nvPr userDrawn="1"/>
        </p:nvCxnSpPr>
        <p:spPr>
          <a:xfrm>
            <a:off x="581992" y="6096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EF6A097C-54D2-D4ED-0A10-19FBB24E053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6093" t="-16314" r="-13478" b="-3577"/>
          <a:stretch/>
        </p:blipFill>
        <p:spPr>
          <a:xfrm rot="16200000">
            <a:off x="-1671" y="4566367"/>
            <a:ext cx="1237941" cy="1204439"/>
          </a:xfrm>
          <a:prstGeom prst="rect">
            <a:avLst/>
          </a:prstGeom>
        </p:spPr>
      </p:pic>
      <p:sp>
        <p:nvSpPr>
          <p:cNvPr id="24" name="Cross 23">
            <a:extLst>
              <a:ext uri="{FF2B5EF4-FFF2-40B4-BE49-F238E27FC236}">
                <a16:creationId xmlns:a16="http://schemas.microsoft.com/office/drawing/2014/main" id="{5D737375-70B4-3314-9D07-4395BAA26875}"/>
              </a:ext>
            </a:extLst>
          </p:cNvPr>
          <p:cNvSpPr/>
          <p:nvPr userDrawn="1"/>
        </p:nvSpPr>
        <p:spPr>
          <a:xfrm rot="2700000">
            <a:off x="10761662" y="1645591"/>
            <a:ext cx="906072" cy="906072"/>
          </a:xfrm>
          <a:prstGeom prst="plus">
            <a:avLst>
              <a:gd name="adj" fmla="val 3488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28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18EE-8562-0004-6395-12C315C6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98358"/>
            <a:ext cx="10757851" cy="9744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4EE5185-FA14-C59E-8B21-554C836AA04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94360" y="1810512"/>
            <a:ext cx="10770221" cy="348691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35FCC-119C-DAE8-FDEE-89D631B4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AF21D-75F1-3AFD-93CD-CCB87A5E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F0B52-3400-828A-9D66-4A58DA96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5E65DF-61B4-DD7B-4F58-B3C72D0EECC2}"/>
              </a:ext>
            </a:extLst>
          </p:cNvPr>
          <p:cNvCxnSpPr>
            <a:cxnSpLocks/>
          </p:cNvCxnSpPr>
          <p:nvPr userDrawn="1"/>
        </p:nvCxnSpPr>
        <p:spPr>
          <a:xfrm>
            <a:off x="581992" y="5867400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3AA81-E3AE-A8F6-A521-8B767B0D1BFC}"/>
              </a:ext>
            </a:extLst>
          </p:cNvPr>
          <p:cNvCxnSpPr>
            <a:cxnSpLocks/>
          </p:cNvCxnSpPr>
          <p:nvPr userDrawn="1"/>
        </p:nvCxnSpPr>
        <p:spPr>
          <a:xfrm>
            <a:off x="581992" y="598358"/>
            <a:ext cx="1077022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74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B8B082E-1046-F9A0-7B39-675E9855A2C3}"/>
              </a:ext>
            </a:extLst>
          </p:cNvPr>
          <p:cNvGrpSpPr/>
          <p:nvPr userDrawn="1"/>
        </p:nvGrpSpPr>
        <p:grpSpPr>
          <a:xfrm>
            <a:off x="581992" y="609600"/>
            <a:ext cx="4369420" cy="5257800"/>
            <a:chOff x="581992" y="609600"/>
            <a:chExt cx="10770220" cy="5257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F42B3A-6654-C6D7-D536-755B6583EE52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58674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C8B912-0821-18A3-992F-D5F901A92605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609600"/>
              <a:ext cx="10770220" cy="0"/>
            </a:xfrm>
            <a:prstGeom prst="line">
              <a:avLst/>
            </a:prstGeom>
            <a:ln w="12700">
              <a:solidFill>
                <a:srgbClr val="435F3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78823B-1848-DD23-32C1-55B6F35B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21792"/>
            <a:ext cx="4430204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C6369831-3D9F-A5E3-4BD7-A70602CD96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208" y="2084832"/>
            <a:ext cx="4434840" cy="3703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33532" y="6190488"/>
            <a:ext cx="919036" cy="210312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able Placeholder 6">
            <a:extLst>
              <a:ext uri="{FF2B5EF4-FFF2-40B4-BE49-F238E27FC236}">
                <a16:creationId xmlns:a16="http://schemas.microsoft.com/office/drawing/2014/main" id="{E9B8BD81-BFB0-9798-902D-2A4DA2A4931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495544" y="603504"/>
            <a:ext cx="6291072" cy="578815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6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1" y="621792"/>
            <a:ext cx="10762488" cy="1143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1" y="2112264"/>
            <a:ext cx="10762488" cy="3602736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90488"/>
            <a:ext cx="1446212" cy="21031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000" b="1" i="0" cap="all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00/00/00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6262" y="6190488"/>
            <a:ext cx="6216301" cy="21031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000" b="1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7812" y="6190488"/>
            <a:ext cx="919036" cy="210312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000" b="1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07" r:id="rId12"/>
    <p:sldLayoutId id="214748371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2400" b="1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ourier New" panose="02070309020205020404" pitchFamily="49" charset="0"/>
        <a:buChar char="o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1" userDrawn="1">
          <p15:clr>
            <a:srgbClr val="F26B43"/>
          </p15:clr>
        </p15:guide>
        <p15:guide id="2" orient="horz" pos="432" userDrawn="1">
          <p15:clr>
            <a:srgbClr val="F26B43"/>
          </p15:clr>
        </p15:guide>
        <p15:guide id="3" pos="7247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3C93-8F1B-C299-E54D-1A0103B3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448" y="530352"/>
            <a:ext cx="7772400" cy="2862072"/>
          </a:xfrm>
        </p:spPr>
        <p:txBody>
          <a:bodyPr/>
          <a:lstStyle/>
          <a:p>
            <a:r>
              <a:rPr lang="en-US" dirty="0"/>
              <a:t>Intro to Audio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B38F7-C318-B5E3-C231-C6071BBE3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0168" y="3557016"/>
            <a:ext cx="7772401" cy="1066800"/>
          </a:xfrm>
        </p:spPr>
        <p:txBody>
          <a:bodyPr/>
          <a:lstStyle/>
          <a:p>
            <a:r>
              <a:rPr lang="en-US" dirty="0"/>
              <a:t>Week 1 – Microcontrollers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4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7DC9-F6E2-F1D6-FAB2-13C163FD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Microcontrollers</a:t>
            </a:r>
          </a:p>
        </p:txBody>
      </p:sp>
    </p:spTree>
    <p:extLst>
      <p:ext uri="{BB962C8B-B14F-4D97-AF65-F5344CB8AC3E}">
        <p14:creationId xmlns:p14="http://schemas.microsoft.com/office/powerpoint/2010/main" val="22240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E87C-A2A8-71DB-AC77-705222AB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Microcontroller?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21CB-E796-1BCE-6578-18EF32C909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microcontroller is a programable computer which can interact with the outside world</a:t>
            </a:r>
          </a:p>
          <a:p>
            <a:r>
              <a:rPr lang="en-US" dirty="0"/>
              <a:t>Write code </a:t>
            </a:r>
            <a:r>
              <a:rPr lang="en-US" dirty="0">
                <a:sym typeface="Wingdings" panose="05000000000000000000" pitchFamily="2" charset="2"/>
              </a:rPr>
              <a:t> flash it onto microcontroller  microprocessor on microcontroller executes instructions from code  interact with hardware connected to the microcontroller</a:t>
            </a:r>
          </a:p>
          <a:p>
            <a:r>
              <a:rPr lang="en-US" dirty="0">
                <a:sym typeface="Wingdings" panose="05000000000000000000" pitchFamily="2" charset="2"/>
              </a:rPr>
              <a:t>Take in (software or hardware) inputs, translate into (software or hardware) outputs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B4732-A3A4-E0E1-7A36-12894F94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 descr="My first project ESP32-S3 handheld console : r/arduino">
            <a:extLst>
              <a:ext uri="{FF2B5EF4-FFF2-40B4-BE49-F238E27FC236}">
                <a16:creationId xmlns:a16="http://schemas.microsoft.com/office/drawing/2014/main" id="{1354F050-9F38-C7D0-E426-C58E8E38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368" y="850392"/>
            <a:ext cx="3869423" cy="51572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46CDC4-1725-0299-D835-3CB738D3B680}"/>
              </a:ext>
            </a:extLst>
          </p:cNvPr>
          <p:cNvSpPr/>
          <p:nvPr/>
        </p:nvSpPr>
        <p:spPr>
          <a:xfrm>
            <a:off x="8151812" y="3124200"/>
            <a:ext cx="1981200" cy="11430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7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04A7809-8610-0499-6127-3A077E7AA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1792"/>
            <a:ext cx="10762488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Example Usage: Digital Synthesizer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D2CE10-28A0-AA88-77AC-AFF4B90362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7251" y="2313833"/>
            <a:ext cx="4724400" cy="2895600"/>
          </a:xfrm>
          <a:solidFill>
            <a:srgbClr val="EEEDE4"/>
          </a:solidFill>
        </p:spPr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pic>
        <p:nvPicPr>
          <p:cNvPr id="13" name="Picture Placeholder 12" descr="Mutable Instruments Shruthi">
            <a:extLst>
              <a:ext uri="{FF2B5EF4-FFF2-40B4-BE49-F238E27FC236}">
                <a16:creationId xmlns:a16="http://schemas.microsoft.com/office/drawing/2014/main" id="{C05B79E2-2D6D-6814-EAAF-00DF174655C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b="7486"/>
          <a:stretch>
            <a:fillRect/>
          </a:stretch>
        </p:blipFill>
        <p:spPr>
          <a:xfrm>
            <a:off x="6395461" y="2313833"/>
            <a:ext cx="4724400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noFill/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90B24-FCBE-3086-F67D-5728F8A8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7812" y="6190488"/>
            <a:ext cx="919036" cy="21031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B37DED6-D4C7-42EE-AB49-D2E39E64FDE4}" type="slidenum">
              <a:rPr lang="en-US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BF7F34-C731-012B-EB06-8D34E99F9744}"/>
              </a:ext>
            </a:extLst>
          </p:cNvPr>
          <p:cNvSpPr txBox="1"/>
          <p:nvPr/>
        </p:nvSpPr>
        <p:spPr>
          <a:xfrm>
            <a:off x="1047751" y="2631888"/>
            <a:ext cx="4343400" cy="196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Inputs: </a:t>
            </a:r>
            <a:r>
              <a:rPr lang="en-US" sz="1600" dirty="0">
                <a:solidFill>
                  <a:srgbClr val="435F30"/>
                </a:solidFill>
              </a:rPr>
              <a:t>buttons, knobs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435F30"/>
              </a:solidFill>
            </a:endParaRPr>
          </a:p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Outputs: </a:t>
            </a:r>
            <a:r>
              <a:rPr lang="en-US" sz="1600" dirty="0">
                <a:solidFill>
                  <a:srgbClr val="435F30"/>
                </a:solidFill>
              </a:rPr>
              <a:t>speakers, MIDI signals to computer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435F30"/>
              </a:solidFill>
            </a:endParaRPr>
          </a:p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In between: </a:t>
            </a:r>
            <a:r>
              <a:rPr lang="en-US" sz="1600" dirty="0">
                <a:solidFill>
                  <a:srgbClr val="435F30"/>
                </a:solidFill>
              </a:rPr>
              <a:t>detect hardware inputs, translate them into MIDI messages in software, produce sound using hardware.</a:t>
            </a:r>
            <a:endParaRPr lang="en-US" sz="1600" b="1" dirty="0">
              <a:solidFill>
                <a:srgbClr val="435F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85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C0D05-3FA1-D11C-140F-027A3A5A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5EE71E8-C14F-967A-DFC6-1208F9E2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1792"/>
            <a:ext cx="10762488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Example Usage: Sound Reactive LEDs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18496CB-223E-AA4C-B04F-894FDF0ACD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7251" y="2313833"/>
            <a:ext cx="4724400" cy="2895600"/>
          </a:xfrm>
          <a:solidFill>
            <a:srgbClr val="EEEDE4"/>
          </a:solidFill>
        </p:spPr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CE2C9-6DAB-C868-90D5-D08FBB23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7812" y="6190488"/>
            <a:ext cx="919036" cy="21031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B37DED6-D4C7-42EE-AB49-D2E39E64FDE4}" type="slidenum">
              <a:rPr lang="en-US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A14B9F-1055-AA8D-7A0E-B9C22254C176}"/>
              </a:ext>
            </a:extLst>
          </p:cNvPr>
          <p:cNvSpPr txBox="1"/>
          <p:nvPr/>
        </p:nvSpPr>
        <p:spPr>
          <a:xfrm>
            <a:off x="1047751" y="2631888"/>
            <a:ext cx="4343400" cy="1963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Inputs: </a:t>
            </a:r>
            <a:r>
              <a:rPr lang="en-US" sz="1600" dirty="0">
                <a:solidFill>
                  <a:srgbClr val="435F30"/>
                </a:solidFill>
              </a:rPr>
              <a:t>microphone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435F30"/>
              </a:solidFill>
            </a:endParaRPr>
          </a:p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Outputs: </a:t>
            </a:r>
            <a:r>
              <a:rPr lang="en-US" sz="1600" dirty="0">
                <a:solidFill>
                  <a:srgbClr val="435F30"/>
                </a:solidFill>
              </a:rPr>
              <a:t>LEDs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435F30"/>
              </a:solidFill>
            </a:endParaRPr>
          </a:p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In between: </a:t>
            </a:r>
            <a:r>
              <a:rPr lang="en-US" sz="1600" dirty="0">
                <a:solidFill>
                  <a:srgbClr val="435F30"/>
                </a:solidFill>
              </a:rPr>
              <a:t>translate &amp; interpret microphone data into audio features like volume, pitch, beat detection. Manipulate LED ring to respond to events.</a:t>
            </a:r>
            <a:endParaRPr lang="en-US" sz="1600" b="1" dirty="0">
              <a:solidFill>
                <a:srgbClr val="435F30"/>
              </a:solidFill>
            </a:endParaRPr>
          </a:p>
        </p:txBody>
      </p:sp>
      <p:pic>
        <p:nvPicPr>
          <p:cNvPr id="22" name="Content Placeholder 21" descr="Sound-controlled RGB smart lamp using Sound Detector Sensor and ESP32 –  CreateLabz Store">
            <a:extLst>
              <a:ext uri="{FF2B5EF4-FFF2-40B4-BE49-F238E27FC236}">
                <a16:creationId xmlns:a16="http://schemas.microsoft.com/office/drawing/2014/main" id="{1CFD4E07-99CC-2E5A-E7CB-60F5807614A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t="10359" b="7920"/>
          <a:stretch>
            <a:fillRect/>
          </a:stretch>
        </p:blipFill>
        <p:spPr>
          <a:custGeom>
            <a:avLst/>
            <a:gdLst>
              <a:gd name="connsiteX0" fmla="*/ 235470 w 4724400"/>
              <a:gd name="connsiteY0" fmla="*/ 0 h 2895600"/>
              <a:gd name="connsiteX1" fmla="*/ 4410363 w 4724400"/>
              <a:gd name="connsiteY1" fmla="*/ 0 h 2895600"/>
              <a:gd name="connsiteX2" fmla="*/ 4402058 w 4724400"/>
              <a:gd name="connsiteY2" fmla="*/ 8305 h 2895600"/>
              <a:gd name="connsiteX3" fmla="*/ 4595726 w 4724400"/>
              <a:gd name="connsiteY3" fmla="*/ 201973 h 2895600"/>
              <a:gd name="connsiteX4" fmla="*/ 4684950 w 4724400"/>
              <a:gd name="connsiteY4" fmla="*/ 112749 h 2895600"/>
              <a:gd name="connsiteX5" fmla="*/ 4705896 w 4724400"/>
              <a:gd name="connsiteY5" fmla="*/ 143815 h 2895600"/>
              <a:gd name="connsiteX6" fmla="*/ 4724400 w 4724400"/>
              <a:gd name="connsiteY6" fmla="*/ 235470 h 2895600"/>
              <a:gd name="connsiteX7" fmla="*/ 4724400 w 4724400"/>
              <a:gd name="connsiteY7" fmla="*/ 2660130 h 2895600"/>
              <a:gd name="connsiteX8" fmla="*/ 4488930 w 4724400"/>
              <a:gd name="connsiteY8" fmla="*/ 2895600 h 2895600"/>
              <a:gd name="connsiteX9" fmla="*/ 235470 w 4724400"/>
              <a:gd name="connsiteY9" fmla="*/ 2895600 h 2895600"/>
              <a:gd name="connsiteX10" fmla="*/ 0 w 4724400"/>
              <a:gd name="connsiteY10" fmla="*/ 2660130 h 2895600"/>
              <a:gd name="connsiteX11" fmla="*/ 0 w 4724400"/>
              <a:gd name="connsiteY11" fmla="*/ 235470 h 2895600"/>
              <a:gd name="connsiteX12" fmla="*/ 235470 w 4724400"/>
              <a:gd name="connsiteY12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10363" y="0"/>
                </a:lnTo>
                <a:lnTo>
                  <a:pt x="4402058" y="8305"/>
                </a:lnTo>
                <a:lnTo>
                  <a:pt x="4595726" y="201973"/>
                </a:lnTo>
                <a:lnTo>
                  <a:pt x="4684950" y="112749"/>
                </a:lnTo>
                <a:lnTo>
                  <a:pt x="4705896" y="143815"/>
                </a:lnTo>
                <a:cubicBezTo>
                  <a:pt x="4717811" y="171986"/>
                  <a:pt x="4724400" y="202959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105424" y="2895600"/>
                  <a:pt x="0" y="2790176"/>
                  <a:pt x="0" y="2660130"/>
                </a:cubicBez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noFill/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673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CAFE-6869-F12D-3C92-D39845B06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A916-FAA3-AB6D-B42B-DBE9D48B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Week 1 Project</a:t>
            </a:r>
          </a:p>
        </p:txBody>
      </p:sp>
    </p:spTree>
    <p:extLst>
      <p:ext uri="{BB962C8B-B14F-4D97-AF65-F5344CB8AC3E}">
        <p14:creationId xmlns:p14="http://schemas.microsoft.com/office/powerpoint/2010/main" val="428811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35C2-E100-6180-8FF6-0EA462323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5CA01D9-FB57-E275-CF6F-B44AF546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1792"/>
            <a:ext cx="10762488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Week 1 Project: LED &amp; Buzzer Synth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26F2D4A-41D4-D427-0D10-DBE4496F44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7251" y="2313833"/>
            <a:ext cx="4724400" cy="2895600"/>
          </a:xfrm>
          <a:solidFill>
            <a:srgbClr val="EEEDE4"/>
          </a:solidFill>
        </p:spPr>
        <p:txBody>
          <a:bodyPr/>
          <a:lstStyle/>
          <a:p>
            <a:pPr algn="l"/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DE985-CF28-50AA-4864-47AB7ADF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7812" y="6190488"/>
            <a:ext cx="919036" cy="21031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B37DED6-D4C7-42EE-AB49-D2E39E64FDE4}" type="slidenum">
              <a:rPr lang="en-US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C51783-1037-4448-F228-4C42FBEA5CE2}"/>
              </a:ext>
            </a:extLst>
          </p:cNvPr>
          <p:cNvSpPr txBox="1"/>
          <p:nvPr/>
        </p:nvSpPr>
        <p:spPr>
          <a:xfrm>
            <a:off x="1047751" y="2631888"/>
            <a:ext cx="4343400" cy="172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Inputs: </a:t>
            </a:r>
            <a:r>
              <a:rPr lang="en-US" sz="1600" dirty="0">
                <a:solidFill>
                  <a:srgbClr val="435F30"/>
                </a:solidFill>
              </a:rPr>
              <a:t>buttons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435F30"/>
              </a:solidFill>
            </a:endParaRPr>
          </a:p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Outputs: </a:t>
            </a:r>
            <a:r>
              <a:rPr lang="en-US" sz="1600" dirty="0">
                <a:solidFill>
                  <a:srgbClr val="435F30"/>
                </a:solidFill>
              </a:rPr>
              <a:t>LEDs, buzzer</a:t>
            </a:r>
          </a:p>
          <a:p>
            <a:pPr>
              <a:lnSpc>
                <a:spcPct val="95000"/>
              </a:lnSpc>
            </a:pPr>
            <a:endParaRPr lang="en-US" sz="1600" dirty="0">
              <a:solidFill>
                <a:srgbClr val="435F30"/>
              </a:solidFill>
            </a:endParaRPr>
          </a:p>
          <a:p>
            <a:pPr>
              <a:lnSpc>
                <a:spcPct val="95000"/>
              </a:lnSpc>
            </a:pPr>
            <a:r>
              <a:rPr lang="en-US" sz="1600" b="1" dirty="0">
                <a:solidFill>
                  <a:srgbClr val="435F30"/>
                </a:solidFill>
              </a:rPr>
              <a:t>In between: </a:t>
            </a:r>
            <a:r>
              <a:rPr lang="en-US" sz="1600" dirty="0">
                <a:solidFill>
                  <a:srgbClr val="435F30"/>
                </a:solidFill>
              </a:rPr>
              <a:t>detect button press, decide which LED to turn on, decide which sound to play.</a:t>
            </a:r>
            <a:endParaRPr lang="en-US" sz="1600" b="1" dirty="0">
              <a:solidFill>
                <a:srgbClr val="435F30"/>
              </a:solidFill>
            </a:endParaRPr>
          </a:p>
        </p:txBody>
      </p:sp>
      <p:pic>
        <p:nvPicPr>
          <p:cNvPr id="22" name="Content Placeholder 21" descr="Sound-controlled RGB smart lamp using Sound Detector Sensor and ESP32 –  CreateLabz Store">
            <a:extLst>
              <a:ext uri="{FF2B5EF4-FFF2-40B4-BE49-F238E27FC236}">
                <a16:creationId xmlns:a16="http://schemas.microsoft.com/office/drawing/2014/main" id="{FDEB76D9-1C30-22F5-7111-98D5CD39D29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rcRect t="10359" b="7920"/>
          <a:stretch>
            <a:fillRect/>
          </a:stretch>
        </p:blipFill>
        <p:spPr>
          <a:custGeom>
            <a:avLst/>
            <a:gdLst>
              <a:gd name="connsiteX0" fmla="*/ 235470 w 4724400"/>
              <a:gd name="connsiteY0" fmla="*/ 0 h 2895600"/>
              <a:gd name="connsiteX1" fmla="*/ 4410363 w 4724400"/>
              <a:gd name="connsiteY1" fmla="*/ 0 h 2895600"/>
              <a:gd name="connsiteX2" fmla="*/ 4402058 w 4724400"/>
              <a:gd name="connsiteY2" fmla="*/ 8305 h 2895600"/>
              <a:gd name="connsiteX3" fmla="*/ 4595726 w 4724400"/>
              <a:gd name="connsiteY3" fmla="*/ 201973 h 2895600"/>
              <a:gd name="connsiteX4" fmla="*/ 4684950 w 4724400"/>
              <a:gd name="connsiteY4" fmla="*/ 112749 h 2895600"/>
              <a:gd name="connsiteX5" fmla="*/ 4705896 w 4724400"/>
              <a:gd name="connsiteY5" fmla="*/ 143815 h 2895600"/>
              <a:gd name="connsiteX6" fmla="*/ 4724400 w 4724400"/>
              <a:gd name="connsiteY6" fmla="*/ 235470 h 2895600"/>
              <a:gd name="connsiteX7" fmla="*/ 4724400 w 4724400"/>
              <a:gd name="connsiteY7" fmla="*/ 2660130 h 2895600"/>
              <a:gd name="connsiteX8" fmla="*/ 4488930 w 4724400"/>
              <a:gd name="connsiteY8" fmla="*/ 2895600 h 2895600"/>
              <a:gd name="connsiteX9" fmla="*/ 235470 w 4724400"/>
              <a:gd name="connsiteY9" fmla="*/ 2895600 h 2895600"/>
              <a:gd name="connsiteX10" fmla="*/ 0 w 4724400"/>
              <a:gd name="connsiteY10" fmla="*/ 2660130 h 2895600"/>
              <a:gd name="connsiteX11" fmla="*/ 0 w 4724400"/>
              <a:gd name="connsiteY11" fmla="*/ 235470 h 2895600"/>
              <a:gd name="connsiteX12" fmla="*/ 235470 w 4724400"/>
              <a:gd name="connsiteY12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10363" y="0"/>
                </a:lnTo>
                <a:lnTo>
                  <a:pt x="4402058" y="8305"/>
                </a:lnTo>
                <a:lnTo>
                  <a:pt x="4595726" y="201973"/>
                </a:lnTo>
                <a:lnTo>
                  <a:pt x="4684950" y="112749"/>
                </a:lnTo>
                <a:lnTo>
                  <a:pt x="4705896" y="143815"/>
                </a:lnTo>
                <a:cubicBezTo>
                  <a:pt x="4717811" y="171986"/>
                  <a:pt x="4724400" y="202959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105424" y="2895600"/>
                  <a:pt x="0" y="2790176"/>
                  <a:pt x="0" y="2660130"/>
                </a:cubicBez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noFill/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60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F964-B778-F963-6896-BCE5239D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Project Modification Ideas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2370587-A600-47DA-EDB1-509779E102E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94360" y="1810513"/>
            <a:ext cx="10770221" cy="2228088"/>
          </a:xfrm>
        </p:spPr>
        <p:txBody>
          <a:bodyPr/>
          <a:lstStyle/>
          <a:p>
            <a:r>
              <a:rPr lang="en-US" dirty="0"/>
              <a:t>Add volume control buttons</a:t>
            </a:r>
          </a:p>
          <a:p>
            <a:r>
              <a:rPr lang="en-US" dirty="0"/>
              <a:t>Add shift pitch up/down buttons</a:t>
            </a:r>
          </a:p>
          <a:p>
            <a:r>
              <a:rPr lang="en-US" dirty="0"/>
              <a:t>Change the LED display to do something cool, add more LEDs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17D0-174B-EE66-0F85-96B30B6E2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59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3EB7B-F80F-8EF7-E915-EB02F836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1051-BC58-B4D9-1B27-58EFF574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Software Basics</a:t>
            </a:r>
          </a:p>
        </p:txBody>
      </p:sp>
    </p:spTree>
    <p:extLst>
      <p:ext uri="{BB962C8B-B14F-4D97-AF65-F5344CB8AC3E}">
        <p14:creationId xmlns:p14="http://schemas.microsoft.com/office/powerpoint/2010/main" val="43917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F80F-2781-C70D-431C-DA7F1EB0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7889-14E9-5354-7049-78245BD8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Variables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65D3D74-436F-D935-9468-040D76E6AB4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b="1" dirty="0"/>
              <a:t>Declaration &amp; Assignment: </a:t>
            </a:r>
            <a:r>
              <a:rPr lang="en-US" dirty="0"/>
              <a:t>[variable type] [variable name] = [variable value];</a:t>
            </a:r>
          </a:p>
          <a:p>
            <a:r>
              <a:rPr lang="en-US" b="1" dirty="0"/>
              <a:t>Declaration: </a:t>
            </a:r>
            <a:r>
              <a:rPr lang="en-US" dirty="0"/>
              <a:t>[variable type] [variable name];</a:t>
            </a:r>
          </a:p>
          <a:p>
            <a:r>
              <a:rPr lang="en-US" b="1" dirty="0"/>
              <a:t>Assignment: </a:t>
            </a:r>
            <a:r>
              <a:rPr lang="en-US" dirty="0"/>
              <a:t>[variable name] = [variable value];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D2A29-205D-3729-F033-8BD711EB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786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4B62-BCDD-91D0-BCB4-E818CE93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FBD8-2ED3-196E-2EBE-C4B7AC9A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Loops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4C3716F6-3104-DBAE-5E89-6E5642E522C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dirty="0"/>
              <a:t>while(condition; con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66507-7672-26D0-CF5A-CD9363F8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984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70F3-14B4-40B5-A898-1A9C4732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E178-E686-DE7D-DF92-BEED4A3A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Conditionals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33AC6AB-A0D7-479C-4DED-8F4335D906B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D730A-E531-663F-7EEE-FF5D5D72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51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2C1EE-2129-9DE5-8B3F-A3D7BD80A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CF74-8E21-4A97-C3A5-83205058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Functions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A875BA9-AE56-A82F-312B-3CD5B4991C5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8F97-52A9-BE57-1ED2-A33B0CFA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159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EC9D9-C6E8-011F-B51E-A122E5DF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7FB0-7861-91F9-901A-95B5A579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Libraries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4E51146-0EB3-530A-888F-E719E1C64DFB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B805F-BD0C-6B4C-119D-BA3E02A4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18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085F-9EFF-9AC7-E5CD-BEAE8BAA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717B-3214-DDE8-397B-EBC6C96D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Header &amp; Implementation Files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738BF853-96CC-B028-2738-3BF0C35CDA9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F708A-A38B-D8C8-354E-01CE26B1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67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8357-F905-4662-A393-81C1E309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A536-C0D0-A6E1-2C02-8AC3E0FE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Hardware Basics</a:t>
            </a:r>
          </a:p>
        </p:txBody>
      </p:sp>
    </p:spTree>
    <p:extLst>
      <p:ext uri="{BB962C8B-B14F-4D97-AF65-F5344CB8AC3E}">
        <p14:creationId xmlns:p14="http://schemas.microsoft.com/office/powerpoint/2010/main" val="2932800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C8B5-9CDC-DBB1-A9C5-9F1E598C0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7874-C447-FC13-1C1A-84169C80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Breadboard Layout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2D894-7D97-F877-386F-ABE2C518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4" descr="TUTORIAL - Breadboarding Tips and Tricks | PedalPCB Community Forum">
            <a:extLst>
              <a:ext uri="{FF2B5EF4-FFF2-40B4-BE49-F238E27FC236}">
                <a16:creationId xmlns:a16="http://schemas.microsoft.com/office/drawing/2014/main" id="{4E909365-99C1-A148-4187-20CBDD35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08" y="1905000"/>
            <a:ext cx="5361852" cy="3452812"/>
          </a:xfrm>
          <a:prstGeom prst="rect">
            <a:avLst/>
          </a:prstGeom>
        </p:spPr>
      </p:pic>
      <p:pic>
        <p:nvPicPr>
          <p:cNvPr id="6" name="Picture 5" descr="Velleman VTBB3 High-Quality 400 Holes Breadboard, Multi-Colour">
            <a:extLst>
              <a:ext uri="{FF2B5EF4-FFF2-40B4-BE49-F238E27FC236}">
                <a16:creationId xmlns:a16="http://schemas.microsoft.com/office/drawing/2014/main" id="{D45E4777-038D-7151-835E-CE2DDDDA3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12" y="1850231"/>
            <a:ext cx="356235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5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51280-82AB-8435-A317-44078A25B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D80C2-B399-9EB8-8E3E-45AD5FA3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Ground &amp; Power Rails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AA5E01C1-8AFF-0C70-A590-CCD9F439C21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24F69-8E71-A57B-F3A8-8FD8E6BB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23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BD32-5248-EF23-4DBB-F01CAA45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357B-8347-8F36-258E-956E17DF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Arduino Basics</a:t>
            </a:r>
          </a:p>
        </p:txBody>
      </p:sp>
    </p:spTree>
    <p:extLst>
      <p:ext uri="{BB962C8B-B14F-4D97-AF65-F5344CB8AC3E}">
        <p14:creationId xmlns:p14="http://schemas.microsoft.com/office/powerpoint/2010/main" val="243333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83CD-0B57-90FC-03B1-7A1EB1CC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Blink.ino</a:t>
            </a:r>
            <a:r>
              <a:rPr lang="en-US" dirty="0"/>
              <a:t>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85CA-9DE3-DEC1-B6F1-3835AEE4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4F28B9-F1F3-51EE-9FFE-54DF10BA4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1905000"/>
            <a:ext cx="8704239" cy="35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5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9BA6A-5244-4005-1411-AA488D01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Serial Monitor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C895D16-C030-0E87-94CF-A4C977FD1562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r>
              <a:rPr lang="en-US" dirty="0" err="1"/>
              <a:t>Serial.begin</a:t>
            </a:r>
            <a:r>
              <a:rPr lang="en-US" dirty="0"/>
              <a:t>(&lt;</a:t>
            </a:r>
            <a:r>
              <a:rPr lang="en-US" dirty="0" err="1"/>
              <a:t>baudrate</a:t>
            </a:r>
            <a:r>
              <a:rPr lang="en-US" dirty="0"/>
              <a:t>&gt;); </a:t>
            </a:r>
            <a:r>
              <a:rPr lang="en-US" dirty="0">
                <a:sym typeface="Wingdings" panose="05000000000000000000" pitchFamily="2" charset="2"/>
              </a:rPr>
              <a:t> this goes in the setup function</a:t>
            </a:r>
          </a:p>
          <a:p>
            <a:r>
              <a:rPr lang="en-US" dirty="0" err="1">
                <a:sym typeface="Wingdings" panose="05000000000000000000" pitchFamily="2" charset="2"/>
              </a:rPr>
              <a:t>Serial.print</a:t>
            </a:r>
            <a:r>
              <a:rPr lang="en-US" dirty="0">
                <a:sym typeface="Wingdings" panose="05000000000000000000" pitchFamily="2" charset="2"/>
              </a:rPr>
              <a:t>(“hello”);  print text</a:t>
            </a:r>
          </a:p>
          <a:p>
            <a:r>
              <a:rPr lang="en-US" dirty="0" err="1">
                <a:sym typeface="Wingdings" panose="05000000000000000000" pitchFamily="2" charset="2"/>
              </a:rPr>
              <a:t>Serial.println</a:t>
            </a:r>
            <a:r>
              <a:rPr lang="en-US" dirty="0">
                <a:sym typeface="Wingdings" panose="05000000000000000000" pitchFamily="2" charset="2"/>
              </a:rPr>
              <a:t>(“hello”):  print new line</a:t>
            </a:r>
          </a:p>
          <a:p>
            <a:r>
              <a:rPr lang="en-US" dirty="0">
                <a:sym typeface="Wingdings" panose="05000000000000000000" pitchFamily="2" charset="2"/>
              </a:rPr>
              <a:t>Tools  Serial Monitor to view output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1A4F0-CCE2-CBA1-7BFA-39914423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43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C65A6-66CC-9731-EAD1-1244F931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1F95-8E14-C55C-FBC1-5A1BC5B7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Input Pins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60D71AB-B055-203D-F33E-2DCA7A5AB90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9B0E8-D252-87E2-7594-CAACB4F9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1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ADAE-E4DC-E856-94CF-7B61035A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37EE-628A-5704-BEFC-6711FE47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Outputs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76C86DF-5160-6923-A962-B383ABC1DB2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935FB-6090-B57A-17AF-F69C71A3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9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0705-A096-C554-6AAC-DDD8E630C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3BE1-10F2-5CE2-EF09-C1DD711A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Example: Button Input</a:t>
            </a:r>
          </a:p>
        </p:txBody>
      </p:sp>
    </p:spTree>
    <p:extLst>
      <p:ext uri="{BB962C8B-B14F-4D97-AF65-F5344CB8AC3E}">
        <p14:creationId xmlns:p14="http://schemas.microsoft.com/office/powerpoint/2010/main" val="3179385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AA2A-C469-E8BB-DF3E-E30BFA07E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8DCF-A472-E446-A7BD-90B715BA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Outputs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CF57ED6-9BB9-10DD-84D4-A9E36093477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76694-28EB-453B-C3BC-9AD48D40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9C906-A997-EC01-D267-3E8C1EC31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A035-11F6-0134-48D9-E15364E4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Example: LED Output</a:t>
            </a:r>
          </a:p>
        </p:txBody>
      </p:sp>
    </p:spTree>
    <p:extLst>
      <p:ext uri="{BB962C8B-B14F-4D97-AF65-F5344CB8AC3E}">
        <p14:creationId xmlns:p14="http://schemas.microsoft.com/office/powerpoint/2010/main" val="1821344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8578-DA05-524F-A724-667132BD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5F3DF-EC67-C8C7-BAA2-2E4243EB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Outputs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CB3E4E5A-BB6A-74B0-821F-C128A448158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2A26B-564A-8A84-FCA4-C8F4C6DF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67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M00677232_win32_KB_V4" id="{7C2CD246-3174-4527-8E3B-96BB004DC883}" vid="{2E14CB92-0E49-42FE-A66D-7EE51C3C8E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CB68CE-DF93-40D4-8A63-5E263F9433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F09779A-09CC-406F-88A8-8C570F23E8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533545-1DB7-477E-8A8F-96BCFAC4DF0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{7223B302-B2D5-470C-A2E9-669826E51CEB}TF5cdbbf25-f254-4b34-bce1-8cc9b834d9ebf61b7a88_win32-c2f9367ef925</Template>
  <TotalTime>352</TotalTime>
  <Words>353</Words>
  <Application>Microsoft Office PowerPoint</Application>
  <PresentationFormat>Custom</PresentationFormat>
  <Paragraphs>79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Century Gothic</vt:lpstr>
      <vt:lpstr>Courier New</vt:lpstr>
      <vt:lpstr>Quire Sans</vt:lpstr>
      <vt:lpstr>Wingdings</vt:lpstr>
      <vt:lpstr>Custom</vt:lpstr>
      <vt:lpstr>Intro to Audio Engineering</vt:lpstr>
      <vt:lpstr>Microcontrollers</vt:lpstr>
      <vt:lpstr>What is a Microcontroller?</vt:lpstr>
      <vt:lpstr>Example Usage: Digital Synthesizer</vt:lpstr>
      <vt:lpstr>Example Usage: Sound Reactive LEDs</vt:lpstr>
      <vt:lpstr>Week 1 Project</vt:lpstr>
      <vt:lpstr>Week 1 Project: LED &amp; Buzzer Synth</vt:lpstr>
      <vt:lpstr>Project Modification Ideas</vt:lpstr>
      <vt:lpstr>Software Basics</vt:lpstr>
      <vt:lpstr>Variables</vt:lpstr>
      <vt:lpstr>Loops</vt:lpstr>
      <vt:lpstr>Conditionals</vt:lpstr>
      <vt:lpstr>Functions</vt:lpstr>
      <vt:lpstr>Libraries</vt:lpstr>
      <vt:lpstr>Header &amp; Implementation Files</vt:lpstr>
      <vt:lpstr>Hardware Basics</vt:lpstr>
      <vt:lpstr>Breadboard Layout</vt:lpstr>
      <vt:lpstr>Ground &amp; Power Rails</vt:lpstr>
      <vt:lpstr>Arduino Basics</vt:lpstr>
      <vt:lpstr>Blink.ino Walkthrough</vt:lpstr>
      <vt:lpstr>Serial Monitor</vt:lpstr>
      <vt:lpstr>Input Pins</vt:lpstr>
      <vt:lpstr>Outputs</vt:lpstr>
      <vt:lpstr>Example: Button Input</vt:lpstr>
      <vt:lpstr>Outputs</vt:lpstr>
      <vt:lpstr>Example: LED Output</vt:lpstr>
      <vt:lpstr>Outputs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Huang, Caroline</dc:creator>
  <cp:lastModifiedBy>Caroline Huang</cp:lastModifiedBy>
  <cp:revision>2</cp:revision>
  <dcterms:created xsi:type="dcterms:W3CDTF">2026-10-03T21:13:05Z</dcterms:created>
  <dcterms:modified xsi:type="dcterms:W3CDTF">2026-10-04T04:14:17Z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