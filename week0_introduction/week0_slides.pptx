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4"/>
  </p:sldMasterIdLst>
  <p:notesMasterIdLst>
    <p:notesMasterId r:id="rId16"/>
  </p:notesMasterIdLst>
  <p:handoutMasterIdLst>
    <p:handoutMasterId r:id="rId17"/>
  </p:handoutMasterIdLst>
  <p:sldIdLst>
    <p:sldId id="354" r:id="rId5"/>
    <p:sldId id="379" r:id="rId6"/>
    <p:sldId id="381" r:id="rId7"/>
    <p:sldId id="375" r:id="rId8"/>
    <p:sldId id="363" r:id="rId9"/>
    <p:sldId id="387" r:id="rId10"/>
    <p:sldId id="385" r:id="rId11"/>
    <p:sldId id="386" r:id="rId12"/>
    <p:sldId id="373" r:id="rId13"/>
    <p:sldId id="388" r:id="rId14"/>
    <p:sldId id="389" r:id="rId1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52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5F30"/>
    <a:srgbClr val="EEEDE4"/>
    <a:srgbClr val="E5EDDD"/>
    <a:srgbClr val="FFBD2E"/>
    <a:srgbClr val="F8A66D"/>
    <a:srgbClr val="002234"/>
    <a:srgbClr val="A0E5FC"/>
    <a:srgbClr val="179D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725" autoAdjust="0"/>
  </p:normalViewPr>
  <p:slideViewPr>
    <p:cSldViewPr showGuides="1">
      <p:cViewPr varScale="1">
        <p:scale>
          <a:sx n="70" d="100"/>
          <a:sy n="70" d="100"/>
        </p:scale>
        <p:origin x="536" y="48"/>
      </p:cViewPr>
      <p:guideLst>
        <p:guide orient="horz" pos="1152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420"/>
    </p:cViewPr>
  </p:sorterViewPr>
  <p:notesViewPr>
    <p:cSldViewPr>
      <p:cViewPr varScale="1">
        <p:scale>
          <a:sx n="79" d="100"/>
          <a:sy n="79" d="100"/>
        </p:scale>
        <p:origin x="1644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10/3/2026</a:t>
            </a:fld>
            <a:endParaRPr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10/3/2026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B9ECE05-B050-7B30-3DCF-C5545D98DE65}"/>
              </a:ext>
            </a:extLst>
          </p:cNvPr>
          <p:cNvSpPr/>
          <p:nvPr userDrawn="1"/>
        </p:nvSpPr>
        <p:spPr>
          <a:xfrm>
            <a:off x="510258" y="457200"/>
            <a:ext cx="2536154" cy="5943596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22D5FD-B448-8027-71A7-A11456078B6D}"/>
              </a:ext>
            </a:extLst>
          </p:cNvPr>
          <p:cNvCxnSpPr>
            <a:cxnSpLocks/>
          </p:cNvCxnSpPr>
          <p:nvPr userDrawn="1"/>
        </p:nvCxnSpPr>
        <p:spPr>
          <a:xfrm>
            <a:off x="3633718" y="5867400"/>
            <a:ext cx="7718494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C8EBBE6-6915-B802-3D14-AC978526159B}"/>
              </a:ext>
            </a:extLst>
          </p:cNvPr>
          <p:cNvCxnSpPr>
            <a:cxnSpLocks/>
          </p:cNvCxnSpPr>
          <p:nvPr userDrawn="1"/>
        </p:nvCxnSpPr>
        <p:spPr>
          <a:xfrm>
            <a:off x="3579812" y="533400"/>
            <a:ext cx="7718494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AB212E51-D8DB-B639-E7DA-F86F419C5F4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59" t="-608" r="-10838" b="608"/>
          <a:stretch/>
        </p:blipFill>
        <p:spPr>
          <a:xfrm>
            <a:off x="0" y="152400"/>
            <a:ext cx="2621866" cy="36576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8A66AED-7478-A6F8-0751-3E5DC9ABF3C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955" t="-1334" r="-10741" b="23144"/>
          <a:stretch/>
        </p:blipFill>
        <p:spPr>
          <a:xfrm>
            <a:off x="-23143" y="4572000"/>
            <a:ext cx="2645009" cy="2285997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C63DA051-BF33-1B86-4044-74230090E9FB}"/>
              </a:ext>
            </a:extLst>
          </p:cNvPr>
          <p:cNvSpPr/>
          <p:nvPr userDrawn="1"/>
        </p:nvSpPr>
        <p:spPr>
          <a:xfrm rot="2700000">
            <a:off x="1629286" y="3973178"/>
            <a:ext cx="906072" cy="906072"/>
          </a:xfrm>
          <a:prstGeom prst="plus">
            <a:avLst>
              <a:gd name="adj" fmla="val 34886"/>
            </a:avLst>
          </a:prstGeom>
          <a:solidFill>
            <a:schemeClr val="accent2">
              <a:lumMod val="5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A6DF71BF-D5D9-31A1-CEAF-F4E7C8A05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448" y="530352"/>
            <a:ext cx="7772400" cy="2862072"/>
          </a:xfrm>
        </p:spPr>
        <p:txBody>
          <a:bodyPr>
            <a:normAutofit/>
          </a:bodyPr>
          <a:lstStyle>
            <a:lvl1pPr>
              <a:defRPr sz="5400">
                <a:ln w="31750">
                  <a:solidFill>
                    <a:schemeClr val="accent2">
                      <a:lumMod val="50000"/>
                    </a:schemeClr>
                  </a:solidFill>
                </a:ln>
                <a:noFill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A4C88CD-A074-B135-5A75-C4741BD9B5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30168" y="3557016"/>
            <a:ext cx="7772401" cy="10668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2075259E-8BB2-0D8E-6ADD-F8B54ACCAD6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630168" y="6190488"/>
            <a:ext cx="1446212" cy="210312"/>
          </a:xfrm>
        </p:spPr>
        <p:txBody>
          <a:bodyPr/>
          <a:lstStyle/>
          <a:p>
            <a:r>
              <a:rPr lang="en-US"/>
              <a:t>00/00/00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56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16A8B2-4BAA-8F8D-2CE9-706C27AE925A}"/>
              </a:ext>
            </a:extLst>
          </p:cNvPr>
          <p:cNvCxnSpPr>
            <a:cxnSpLocks/>
          </p:cNvCxnSpPr>
          <p:nvPr userDrawn="1"/>
        </p:nvCxnSpPr>
        <p:spPr>
          <a:xfrm>
            <a:off x="581992" y="5867400"/>
            <a:ext cx="107702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B641735-36B7-52D8-E03C-1439B1FB47A4}"/>
              </a:ext>
            </a:extLst>
          </p:cNvPr>
          <p:cNvSpPr/>
          <p:nvPr userDrawn="1"/>
        </p:nvSpPr>
        <p:spPr>
          <a:xfrm>
            <a:off x="581992" y="609607"/>
            <a:ext cx="11024839" cy="4800587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0D9BC6A-356D-697A-BCD9-0D44A3E3DFC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955" t="-1334" r="-10741" b="23144"/>
          <a:stretch/>
        </p:blipFill>
        <p:spPr>
          <a:xfrm>
            <a:off x="-11572" y="3526154"/>
            <a:ext cx="3896184" cy="33673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593DD4A-A75F-4357-2B59-697A1C674E0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59" t="46841" r="-10838" b="608"/>
          <a:stretch/>
        </p:blipFill>
        <p:spPr>
          <a:xfrm rot="5400000">
            <a:off x="8882003" y="511012"/>
            <a:ext cx="3829404" cy="2807380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AAB9172C-B63E-463A-A818-BF950ABB7594}"/>
              </a:ext>
            </a:extLst>
          </p:cNvPr>
          <p:cNvSpPr/>
          <p:nvPr userDrawn="1"/>
        </p:nvSpPr>
        <p:spPr>
          <a:xfrm rot="2700000">
            <a:off x="8002508" y="156571"/>
            <a:ext cx="906072" cy="906072"/>
          </a:xfrm>
          <a:prstGeom prst="plus">
            <a:avLst>
              <a:gd name="adj" fmla="val 34886"/>
            </a:avLst>
          </a:prstGeom>
          <a:solidFill>
            <a:schemeClr val="accent2">
              <a:lumMod val="5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61E30655-37C1-C099-C052-42E22DEB3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1664208"/>
            <a:ext cx="10515600" cy="2852928"/>
          </a:xfrm>
        </p:spPr>
        <p:txBody>
          <a:bodyPr anchor="ctr">
            <a:normAutofit/>
          </a:bodyPr>
          <a:lstStyle>
            <a:lvl1pPr algn="ctr">
              <a:defRPr sz="5400" baseline="0">
                <a:ln w="25400">
                  <a:solidFill>
                    <a:schemeClr val="accent2">
                      <a:lumMod val="50000"/>
                    </a:schemeClr>
                  </a:solidFill>
                </a:ln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879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7186880-CD09-DC04-9274-F034B5114CCA}"/>
              </a:ext>
            </a:extLst>
          </p:cNvPr>
          <p:cNvSpPr/>
          <p:nvPr/>
        </p:nvSpPr>
        <p:spPr>
          <a:xfrm>
            <a:off x="7058712" y="457200"/>
            <a:ext cx="4270195" cy="5943596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417EF5D-30FC-FBAC-6DFD-E552A7C34F72}"/>
              </a:ext>
            </a:extLst>
          </p:cNvPr>
          <p:cNvSpPr/>
          <p:nvPr userDrawn="1"/>
        </p:nvSpPr>
        <p:spPr>
          <a:xfrm>
            <a:off x="6690589" y="136544"/>
            <a:ext cx="2053087" cy="2042679"/>
          </a:xfrm>
          <a:custGeom>
            <a:avLst/>
            <a:gdLst>
              <a:gd name="connsiteX0" fmla="*/ 1003609 w 2053087"/>
              <a:gd name="connsiteY0" fmla="*/ 1320 h 2042679"/>
              <a:gd name="connsiteX1" fmla="*/ 1369847 w 2053087"/>
              <a:gd name="connsiteY1" fmla="*/ 354620 h 2042679"/>
              <a:gd name="connsiteX2" fmla="*/ 1365832 w 2053087"/>
              <a:gd name="connsiteY2" fmla="*/ 494672 h 2042679"/>
              <a:gd name="connsiteX3" fmla="*/ 1483290 w 2053087"/>
              <a:gd name="connsiteY3" fmla="*/ 417646 h 2042679"/>
              <a:gd name="connsiteX4" fmla="*/ 2014463 w 2053087"/>
              <a:gd name="connsiteY4" fmla="*/ 610796 h 2042679"/>
              <a:gd name="connsiteX5" fmla="*/ 1823223 w 2053087"/>
              <a:gd name="connsiteY5" fmla="*/ 1145905 h 2042679"/>
              <a:gd name="connsiteX6" fmla="*/ 1689077 w 2053087"/>
              <a:gd name="connsiteY6" fmla="*/ 1184929 h 2042679"/>
              <a:gd name="connsiteX7" fmla="*/ 1798709 w 2053087"/>
              <a:gd name="connsiteY7" fmla="*/ 1272173 h 2042679"/>
              <a:gd name="connsiteX8" fmla="*/ 1801644 w 2053087"/>
              <a:gd name="connsiteY8" fmla="*/ 1275417 h 2042679"/>
              <a:gd name="connsiteX9" fmla="*/ 1778760 w 2053087"/>
              <a:gd name="connsiteY9" fmla="*/ 1843212 h 2042679"/>
              <a:gd name="connsiteX10" fmla="*/ 1210966 w 2053087"/>
              <a:gd name="connsiteY10" fmla="*/ 1820327 h 2042679"/>
              <a:gd name="connsiteX11" fmla="*/ 1132747 w 2053087"/>
              <a:gd name="connsiteY11" fmla="*/ 1704421 h 2042679"/>
              <a:gd name="connsiteX12" fmla="*/ 1083207 w 2053087"/>
              <a:gd name="connsiteY12" fmla="*/ 1835633 h 2042679"/>
              <a:gd name="connsiteX13" fmla="*/ 536673 w 2053087"/>
              <a:gd name="connsiteY13" fmla="*/ 1992471 h 2042679"/>
              <a:gd name="connsiteX14" fmla="*/ 379835 w 2053087"/>
              <a:gd name="connsiteY14" fmla="*/ 1445938 h 2042679"/>
              <a:gd name="connsiteX15" fmla="*/ 465527 w 2053087"/>
              <a:gd name="connsiteY15" fmla="*/ 1335114 h 2042679"/>
              <a:gd name="connsiteX16" fmla="*/ 325117 w 2053087"/>
              <a:gd name="connsiteY16" fmla="*/ 1328354 h 2042679"/>
              <a:gd name="connsiteX17" fmla="*/ 7398 w 2053087"/>
              <a:gd name="connsiteY17" fmla="*/ 857547 h 2042679"/>
              <a:gd name="connsiteX18" fmla="*/ 478205 w 2053087"/>
              <a:gd name="connsiteY18" fmla="*/ 539830 h 2042679"/>
              <a:gd name="connsiteX19" fmla="*/ 609919 w 2053087"/>
              <a:gd name="connsiteY19" fmla="*/ 586793 h 2042679"/>
              <a:gd name="connsiteX20" fmla="*/ 572088 w 2053087"/>
              <a:gd name="connsiteY20" fmla="*/ 451096 h 2042679"/>
              <a:gd name="connsiteX21" fmla="*/ 922037 w 2053087"/>
              <a:gd name="connsiteY21" fmla="*/ 2953 h 2042679"/>
              <a:gd name="connsiteX22" fmla="*/ 1003609 w 2053087"/>
              <a:gd name="connsiteY22" fmla="*/ 1320 h 2042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053087" h="2042679">
                <a:moveTo>
                  <a:pt x="1003609" y="1320"/>
                </a:moveTo>
                <a:cubicBezTo>
                  <a:pt x="1190309" y="16473"/>
                  <a:pt x="1346681" y="160602"/>
                  <a:pt x="1369847" y="354620"/>
                </a:cubicBezTo>
                <a:cubicBezTo>
                  <a:pt x="1375086" y="401095"/>
                  <a:pt x="1373978" y="448121"/>
                  <a:pt x="1365832" y="494672"/>
                </a:cubicBezTo>
                <a:cubicBezTo>
                  <a:pt x="1401182" y="464099"/>
                  <a:pt x="1441018" y="437962"/>
                  <a:pt x="1483290" y="417646"/>
                </a:cubicBezTo>
                <a:cubicBezTo>
                  <a:pt x="1683890" y="325566"/>
                  <a:pt x="1920331" y="411579"/>
                  <a:pt x="2014463" y="610796"/>
                </a:cubicBezTo>
                <a:cubicBezTo>
                  <a:pt x="2109287" y="811038"/>
                  <a:pt x="2023465" y="1051081"/>
                  <a:pt x="1823223" y="1145905"/>
                </a:cubicBezTo>
                <a:cubicBezTo>
                  <a:pt x="1781118" y="1165362"/>
                  <a:pt x="1735719" y="1178832"/>
                  <a:pt x="1689077" y="1184929"/>
                </a:cubicBezTo>
                <a:cubicBezTo>
                  <a:pt x="1729023" y="1208729"/>
                  <a:pt x="1766084" y="1238207"/>
                  <a:pt x="1798709" y="1272173"/>
                </a:cubicBezTo>
                <a:cubicBezTo>
                  <a:pt x="1799401" y="1273198"/>
                  <a:pt x="1800952" y="1274391"/>
                  <a:pt x="1801644" y="1275417"/>
                </a:cubicBezTo>
                <a:cubicBezTo>
                  <a:pt x="1952717" y="1438446"/>
                  <a:pt x="1941624" y="1692998"/>
                  <a:pt x="1778760" y="1843212"/>
                </a:cubicBezTo>
                <a:cubicBezTo>
                  <a:pt x="1615730" y="1994283"/>
                  <a:pt x="1361178" y="1983191"/>
                  <a:pt x="1210966" y="1820327"/>
                </a:cubicBezTo>
                <a:cubicBezTo>
                  <a:pt x="1179367" y="1785669"/>
                  <a:pt x="1153063" y="1746692"/>
                  <a:pt x="1132747" y="1704421"/>
                </a:cubicBezTo>
                <a:cubicBezTo>
                  <a:pt x="1122191" y="1749612"/>
                  <a:pt x="1105455" y="1794495"/>
                  <a:pt x="1083207" y="1835633"/>
                </a:cubicBezTo>
                <a:cubicBezTo>
                  <a:pt x="976018" y="2029636"/>
                  <a:pt x="730675" y="2099660"/>
                  <a:pt x="536673" y="1992471"/>
                </a:cubicBezTo>
                <a:cubicBezTo>
                  <a:pt x="342671" y="1885282"/>
                  <a:pt x="272646" y="1639939"/>
                  <a:pt x="379835" y="1445938"/>
                </a:cubicBezTo>
                <a:cubicBezTo>
                  <a:pt x="402942" y="1404966"/>
                  <a:pt x="431562" y="1367738"/>
                  <a:pt x="465527" y="1335114"/>
                </a:cubicBezTo>
                <a:cubicBezTo>
                  <a:pt x="418360" y="1339326"/>
                  <a:pt x="371501" y="1337359"/>
                  <a:pt x="325117" y="1328354"/>
                </a:cubicBezTo>
                <a:cubicBezTo>
                  <a:pt x="107800" y="1286163"/>
                  <a:pt x="-34793" y="1074864"/>
                  <a:pt x="7398" y="857547"/>
                </a:cubicBezTo>
                <a:cubicBezTo>
                  <a:pt x="49589" y="640230"/>
                  <a:pt x="260029" y="497472"/>
                  <a:pt x="478205" y="539830"/>
                </a:cubicBezTo>
                <a:cubicBezTo>
                  <a:pt x="523730" y="548668"/>
                  <a:pt x="568780" y="564545"/>
                  <a:pt x="609919" y="586793"/>
                </a:cubicBezTo>
                <a:cubicBezTo>
                  <a:pt x="590629" y="543829"/>
                  <a:pt x="578185" y="497738"/>
                  <a:pt x="572088" y="451096"/>
                </a:cubicBezTo>
                <a:cubicBezTo>
                  <a:pt x="545445" y="230220"/>
                  <a:pt x="702020" y="29762"/>
                  <a:pt x="922037" y="2953"/>
                </a:cubicBezTo>
                <a:cubicBezTo>
                  <a:pt x="949647" y="-377"/>
                  <a:pt x="976937" y="-845"/>
                  <a:pt x="1003609" y="1320"/>
                </a:cubicBezTo>
                <a:close/>
              </a:path>
            </a:pathLst>
          </a:custGeom>
          <a:noFill/>
          <a:ln w="25400" cap="flat">
            <a:solidFill>
              <a:schemeClr val="accent2">
                <a:lumMod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E993C80-827B-073B-123F-91EFA6ED0F16}"/>
              </a:ext>
            </a:extLst>
          </p:cNvPr>
          <p:cNvGrpSpPr/>
          <p:nvPr userDrawn="1"/>
        </p:nvGrpSpPr>
        <p:grpSpPr>
          <a:xfrm>
            <a:off x="581992" y="609600"/>
            <a:ext cx="4681680" cy="5257800"/>
            <a:chOff x="581992" y="609600"/>
            <a:chExt cx="10770220" cy="52578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3804940-5591-901C-5BAD-295772E97B69}"/>
                </a:ext>
              </a:extLst>
            </p:cNvPr>
            <p:cNvCxnSpPr>
              <a:cxnSpLocks/>
            </p:cNvCxnSpPr>
            <p:nvPr/>
          </p:nvCxnSpPr>
          <p:spPr>
            <a:xfrm>
              <a:off x="581992" y="5867400"/>
              <a:ext cx="10770220" cy="0"/>
            </a:xfrm>
            <a:prstGeom prst="line">
              <a:avLst/>
            </a:prstGeom>
            <a:ln w="12700"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7CE5C39-E203-EE25-F974-E00FF20297FB}"/>
                </a:ext>
              </a:extLst>
            </p:cNvPr>
            <p:cNvCxnSpPr>
              <a:cxnSpLocks/>
            </p:cNvCxnSpPr>
            <p:nvPr/>
          </p:nvCxnSpPr>
          <p:spPr>
            <a:xfrm>
              <a:off x="581992" y="609600"/>
              <a:ext cx="10770220" cy="0"/>
            </a:xfrm>
            <a:prstGeom prst="line">
              <a:avLst/>
            </a:prstGeom>
            <a:ln w="12700"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649AEC4B-CE87-8089-CF08-AB40516E1E8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21208" y="612648"/>
            <a:ext cx="4745736" cy="52578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5400">
                <a:ln w="31750">
                  <a:solidFill>
                    <a:schemeClr val="accent2">
                      <a:lumMod val="50000"/>
                    </a:schemeClr>
                  </a:solidFill>
                </a:ln>
                <a:noFill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43B9FDF2-20DD-5F35-EA03-802EC68868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17381" y="914401"/>
            <a:ext cx="3372886" cy="5010213"/>
          </a:xfrm>
          <a:custGeom>
            <a:avLst/>
            <a:gdLst>
              <a:gd name="connsiteX0" fmla="*/ 3370405 w 3372886"/>
              <a:gd name="connsiteY0" fmla="*/ 4826209 h 5010213"/>
              <a:gd name="connsiteX1" fmla="*/ 3368648 w 3372886"/>
              <a:gd name="connsiteY1" fmla="*/ 4843643 h 5010213"/>
              <a:gd name="connsiteX2" fmla="*/ 3362544 w 3372886"/>
              <a:gd name="connsiteY2" fmla="*/ 4863308 h 5010213"/>
              <a:gd name="connsiteX3" fmla="*/ 3347925 w 3372886"/>
              <a:gd name="connsiteY3" fmla="*/ 4848689 h 5010213"/>
              <a:gd name="connsiteX4" fmla="*/ 208613 w 3372886"/>
              <a:gd name="connsiteY4" fmla="*/ 0 h 5010213"/>
              <a:gd name="connsiteX5" fmla="*/ 3164273 w 3372886"/>
              <a:gd name="connsiteY5" fmla="*/ 0 h 5010213"/>
              <a:gd name="connsiteX6" fmla="*/ 3372886 w 3372886"/>
              <a:gd name="connsiteY6" fmla="*/ 208613 h 5010213"/>
              <a:gd name="connsiteX7" fmla="*/ 3372886 w 3372886"/>
              <a:gd name="connsiteY7" fmla="*/ 4436392 h 5010213"/>
              <a:gd name="connsiteX8" fmla="*/ 3154257 w 3372886"/>
              <a:gd name="connsiteY8" fmla="*/ 4655021 h 5010213"/>
              <a:gd name="connsiteX9" fmla="*/ 2930746 w 3372886"/>
              <a:gd name="connsiteY9" fmla="*/ 4431510 h 5010213"/>
              <a:gd name="connsiteX10" fmla="*/ 2737078 w 3372886"/>
              <a:gd name="connsiteY10" fmla="*/ 4625178 h 5010213"/>
              <a:gd name="connsiteX11" fmla="*/ 2960589 w 3372886"/>
              <a:gd name="connsiteY11" fmla="*/ 4848689 h 5010213"/>
              <a:gd name="connsiteX12" fmla="*/ 2799065 w 3372886"/>
              <a:gd name="connsiteY12" fmla="*/ 5010213 h 5010213"/>
              <a:gd name="connsiteX13" fmla="*/ 208613 w 3372886"/>
              <a:gd name="connsiteY13" fmla="*/ 5010213 h 5010213"/>
              <a:gd name="connsiteX14" fmla="*/ 0 w 3372886"/>
              <a:gd name="connsiteY14" fmla="*/ 4801600 h 5010213"/>
              <a:gd name="connsiteX15" fmla="*/ 0 w 3372886"/>
              <a:gd name="connsiteY15" fmla="*/ 208613 h 5010213"/>
              <a:gd name="connsiteX16" fmla="*/ 208613 w 3372886"/>
              <a:gd name="connsiteY16" fmla="*/ 0 h 5010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372886" h="5010213">
                <a:moveTo>
                  <a:pt x="3370405" y="4826209"/>
                </a:moveTo>
                <a:lnTo>
                  <a:pt x="3368648" y="4843643"/>
                </a:lnTo>
                <a:lnTo>
                  <a:pt x="3362544" y="4863308"/>
                </a:lnTo>
                <a:lnTo>
                  <a:pt x="3347925" y="4848689"/>
                </a:lnTo>
                <a:close/>
                <a:moveTo>
                  <a:pt x="208613" y="0"/>
                </a:moveTo>
                <a:lnTo>
                  <a:pt x="3164273" y="0"/>
                </a:lnTo>
                <a:cubicBezTo>
                  <a:pt x="3279487" y="0"/>
                  <a:pt x="3372886" y="93399"/>
                  <a:pt x="3372886" y="208613"/>
                </a:cubicBezTo>
                <a:lnTo>
                  <a:pt x="3372886" y="4436392"/>
                </a:lnTo>
                <a:lnTo>
                  <a:pt x="3154257" y="4655021"/>
                </a:lnTo>
                <a:lnTo>
                  <a:pt x="2930746" y="4431510"/>
                </a:lnTo>
                <a:lnTo>
                  <a:pt x="2737078" y="4625178"/>
                </a:lnTo>
                <a:lnTo>
                  <a:pt x="2960589" y="4848689"/>
                </a:lnTo>
                <a:lnTo>
                  <a:pt x="2799065" y="5010213"/>
                </a:lnTo>
                <a:lnTo>
                  <a:pt x="208613" y="5010213"/>
                </a:lnTo>
                <a:cubicBezTo>
                  <a:pt x="93399" y="5010213"/>
                  <a:pt x="0" y="4916814"/>
                  <a:pt x="0" y="4801600"/>
                </a:cubicBezTo>
                <a:lnTo>
                  <a:pt x="0" y="208613"/>
                </a:lnTo>
                <a:cubicBezTo>
                  <a:pt x="0" y="93399"/>
                  <a:pt x="93399" y="0"/>
                  <a:pt x="208613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6F145759-7E95-1BC3-317C-FAE2A6383B40}"/>
              </a:ext>
            </a:extLst>
          </p:cNvPr>
          <p:cNvSpPr/>
          <p:nvPr userDrawn="1"/>
        </p:nvSpPr>
        <p:spPr>
          <a:xfrm rot="2700000">
            <a:off x="10218602" y="5310054"/>
            <a:ext cx="906072" cy="906072"/>
          </a:xfrm>
          <a:prstGeom prst="plus">
            <a:avLst>
              <a:gd name="adj" fmla="val 34886"/>
            </a:avLst>
          </a:prstGeom>
          <a:solidFill>
            <a:schemeClr val="accent2">
              <a:lumMod val="5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39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35466164-2200-0DEC-FF0B-73D9E6F78ACC}"/>
              </a:ext>
            </a:extLst>
          </p:cNvPr>
          <p:cNvGrpSpPr/>
          <p:nvPr userDrawn="1"/>
        </p:nvGrpSpPr>
        <p:grpSpPr>
          <a:xfrm>
            <a:off x="558905" y="609601"/>
            <a:ext cx="4503264" cy="5791192"/>
            <a:chOff x="7001350" y="610643"/>
            <a:chExt cx="4503264" cy="5256755"/>
          </a:xfr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6DF42ED7-D7A6-1AED-B963-4BDF2948E1E3}"/>
                </a:ext>
              </a:extLst>
            </p:cNvPr>
            <p:cNvSpPr/>
            <p:nvPr/>
          </p:nvSpPr>
          <p:spPr>
            <a:xfrm>
              <a:off x="7001350" y="3429000"/>
              <a:ext cx="4503264" cy="2438398"/>
            </a:xfrm>
            <a:prstGeom prst="roundRect">
              <a:avLst>
                <a:gd name="adj" fmla="val 118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B3D0DE4-B99A-0032-7632-8B5365124CEF}"/>
                </a:ext>
              </a:extLst>
            </p:cNvPr>
            <p:cNvSpPr/>
            <p:nvPr/>
          </p:nvSpPr>
          <p:spPr>
            <a:xfrm>
              <a:off x="7001350" y="610643"/>
              <a:ext cx="4503264" cy="2438398"/>
            </a:xfrm>
            <a:prstGeom prst="roundRect">
              <a:avLst>
                <a:gd name="adj" fmla="val 118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805412-4C95-AD2C-6AA6-C23274E77D39}"/>
              </a:ext>
            </a:extLst>
          </p:cNvPr>
          <p:cNvCxnSpPr>
            <a:cxnSpLocks/>
          </p:cNvCxnSpPr>
          <p:nvPr userDrawn="1"/>
        </p:nvCxnSpPr>
        <p:spPr>
          <a:xfrm>
            <a:off x="5704640" y="5867400"/>
            <a:ext cx="5664819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6728FD0-DF82-83F1-28E0-FEBA18FF792E}"/>
              </a:ext>
            </a:extLst>
          </p:cNvPr>
          <p:cNvCxnSpPr>
            <a:cxnSpLocks/>
          </p:cNvCxnSpPr>
          <p:nvPr userDrawn="1"/>
        </p:nvCxnSpPr>
        <p:spPr>
          <a:xfrm>
            <a:off x="5704640" y="631520"/>
            <a:ext cx="5664819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Graphic 35">
            <a:extLst>
              <a:ext uri="{FF2B5EF4-FFF2-40B4-BE49-F238E27FC236}">
                <a16:creationId xmlns:a16="http://schemas.microsoft.com/office/drawing/2014/main" id="{CF056986-9B91-A95C-3BDF-82239110E82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6093" t="-16314" r="-13478" b="-3577"/>
          <a:stretch/>
        </p:blipFill>
        <p:spPr>
          <a:xfrm rot="16200000">
            <a:off x="-48601" y="48186"/>
            <a:ext cx="2434778" cy="2368886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A682F108-3AE7-2A73-C8C3-2DD703322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5856" y="631519"/>
            <a:ext cx="5696714" cy="409287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5400">
                <a:ln w="31750">
                  <a:solidFill>
                    <a:schemeClr val="accent2">
                      <a:lumMod val="50000"/>
                    </a:schemeClr>
                  </a:solidFill>
                </a:ln>
                <a:noFill/>
              </a:defRPr>
            </a:lvl1pPr>
          </a:lstStyle>
          <a:p>
            <a:endParaRPr lang="en-US" dirty="0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E2C66DB6-41D4-AC6F-2E21-26981260751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43638" y="952497"/>
            <a:ext cx="3733799" cy="5105400"/>
          </a:xfrm>
          <a:custGeom>
            <a:avLst/>
            <a:gdLst>
              <a:gd name="connsiteX0" fmla="*/ 622312 w 3733799"/>
              <a:gd name="connsiteY0" fmla="*/ 0 h 5105400"/>
              <a:gd name="connsiteX1" fmla="*/ 3111487 w 3733799"/>
              <a:gd name="connsiteY1" fmla="*/ 0 h 5105400"/>
              <a:gd name="connsiteX2" fmla="*/ 3733799 w 3733799"/>
              <a:gd name="connsiteY2" fmla="*/ 622312 h 5105400"/>
              <a:gd name="connsiteX3" fmla="*/ 3733799 w 3733799"/>
              <a:gd name="connsiteY3" fmla="*/ 4414839 h 5105400"/>
              <a:gd name="connsiteX4" fmla="*/ 3709388 w 3733799"/>
              <a:gd name="connsiteY4" fmla="*/ 4390428 h 5105400"/>
              <a:gd name="connsiteX5" fmla="*/ 3485877 w 3733799"/>
              <a:gd name="connsiteY5" fmla="*/ 4613939 h 5105400"/>
              <a:gd name="connsiteX6" fmla="*/ 3262366 w 3733799"/>
              <a:gd name="connsiteY6" fmla="*/ 4390428 h 5105400"/>
              <a:gd name="connsiteX7" fmla="*/ 3068698 w 3733799"/>
              <a:gd name="connsiteY7" fmla="*/ 4584096 h 5105400"/>
              <a:gd name="connsiteX8" fmla="*/ 3292209 w 3733799"/>
              <a:gd name="connsiteY8" fmla="*/ 4807607 h 5105400"/>
              <a:gd name="connsiteX9" fmla="*/ 3068698 w 3733799"/>
              <a:gd name="connsiteY9" fmla="*/ 5031118 h 5105400"/>
              <a:gd name="connsiteX10" fmla="*/ 3140096 w 3733799"/>
              <a:gd name="connsiteY10" fmla="*/ 5102516 h 5105400"/>
              <a:gd name="connsiteX11" fmla="*/ 3111487 w 3733799"/>
              <a:gd name="connsiteY11" fmla="*/ 5105400 h 5105400"/>
              <a:gd name="connsiteX12" fmla="*/ 622312 w 3733799"/>
              <a:gd name="connsiteY12" fmla="*/ 5105400 h 5105400"/>
              <a:gd name="connsiteX13" fmla="*/ 0 w 3733799"/>
              <a:gd name="connsiteY13" fmla="*/ 4483088 h 5105400"/>
              <a:gd name="connsiteX14" fmla="*/ 0 w 3733799"/>
              <a:gd name="connsiteY14" fmla="*/ 622312 h 5105400"/>
              <a:gd name="connsiteX15" fmla="*/ 622312 w 3733799"/>
              <a:gd name="connsiteY15" fmla="*/ 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733799" h="5105400">
                <a:moveTo>
                  <a:pt x="622312" y="0"/>
                </a:moveTo>
                <a:lnTo>
                  <a:pt x="3111487" y="0"/>
                </a:lnTo>
                <a:cubicBezTo>
                  <a:pt x="3455180" y="0"/>
                  <a:pt x="3733799" y="278619"/>
                  <a:pt x="3733799" y="622312"/>
                </a:cubicBezTo>
                <a:lnTo>
                  <a:pt x="3733799" y="4414839"/>
                </a:lnTo>
                <a:lnTo>
                  <a:pt x="3709388" y="4390428"/>
                </a:lnTo>
                <a:lnTo>
                  <a:pt x="3485877" y="4613939"/>
                </a:lnTo>
                <a:lnTo>
                  <a:pt x="3262366" y="4390428"/>
                </a:lnTo>
                <a:lnTo>
                  <a:pt x="3068698" y="4584096"/>
                </a:lnTo>
                <a:lnTo>
                  <a:pt x="3292209" y="4807607"/>
                </a:lnTo>
                <a:lnTo>
                  <a:pt x="3068698" y="5031118"/>
                </a:lnTo>
                <a:lnTo>
                  <a:pt x="3140096" y="5102516"/>
                </a:lnTo>
                <a:lnTo>
                  <a:pt x="3111487" y="5105400"/>
                </a:lnTo>
                <a:lnTo>
                  <a:pt x="622312" y="5105400"/>
                </a:lnTo>
                <a:cubicBezTo>
                  <a:pt x="278619" y="5105400"/>
                  <a:pt x="0" y="4826781"/>
                  <a:pt x="0" y="4483088"/>
                </a:cubicBezTo>
                <a:lnTo>
                  <a:pt x="0" y="622312"/>
                </a:lnTo>
                <a:cubicBezTo>
                  <a:pt x="0" y="278619"/>
                  <a:pt x="278619" y="0"/>
                  <a:pt x="622312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6E3DD6E9-B188-4073-618E-913C10B25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09980" y="4762498"/>
            <a:ext cx="5697929" cy="10668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46328A47-0F71-24AD-1DBE-43C71079A374}"/>
              </a:ext>
            </a:extLst>
          </p:cNvPr>
          <p:cNvSpPr/>
          <p:nvPr userDrawn="1"/>
        </p:nvSpPr>
        <p:spPr>
          <a:xfrm rot="2700000">
            <a:off x="3976479" y="5307068"/>
            <a:ext cx="906072" cy="906072"/>
          </a:xfrm>
          <a:prstGeom prst="plus">
            <a:avLst>
              <a:gd name="adj" fmla="val 34886"/>
            </a:avLst>
          </a:prstGeom>
          <a:solidFill>
            <a:schemeClr val="accent2">
              <a:lumMod val="5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262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F0AE0-C844-54D6-6029-86DFDACF0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21792"/>
            <a:ext cx="5715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958B5C90-17D9-C673-F1EC-0ED209084ED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2084832"/>
            <a:ext cx="5715000" cy="3703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EBB14C-D20D-204B-2946-AD69B85744AB}"/>
              </a:ext>
            </a:extLst>
          </p:cNvPr>
          <p:cNvCxnSpPr>
            <a:cxnSpLocks/>
          </p:cNvCxnSpPr>
          <p:nvPr userDrawn="1"/>
        </p:nvCxnSpPr>
        <p:spPr>
          <a:xfrm>
            <a:off x="581992" y="5867400"/>
            <a:ext cx="107702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19C6F3-0BA0-1C77-3DB4-761E584808F4}"/>
              </a:ext>
            </a:extLst>
          </p:cNvPr>
          <p:cNvCxnSpPr>
            <a:cxnSpLocks/>
          </p:cNvCxnSpPr>
          <p:nvPr userDrawn="1"/>
        </p:nvCxnSpPr>
        <p:spPr>
          <a:xfrm>
            <a:off x="581992" y="609600"/>
            <a:ext cx="107702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89C344F-D71F-89C1-89D1-17EF8F9A4455}"/>
              </a:ext>
            </a:extLst>
          </p:cNvPr>
          <p:cNvSpPr/>
          <p:nvPr userDrawn="1"/>
        </p:nvSpPr>
        <p:spPr>
          <a:xfrm>
            <a:off x="7082017" y="1143000"/>
            <a:ext cx="4270195" cy="4114797"/>
          </a:xfrm>
          <a:prstGeom prst="roundRect">
            <a:avLst>
              <a:gd name="adj" fmla="val 7995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8A531EC8-CE4E-3DF8-AE13-9EDF4E026F84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64" r="-5560"/>
          <a:stretch/>
        </p:blipFill>
        <p:spPr>
          <a:xfrm>
            <a:off x="7618412" y="1550791"/>
            <a:ext cx="3505200" cy="3333765"/>
          </a:xfrm>
          <a:prstGeom prst="rect">
            <a:avLst/>
          </a:prstGeom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73575EF-AC90-8222-EC49-8D685008C1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532812" y="2467865"/>
            <a:ext cx="1499616" cy="1499616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AE54EE-77AF-E258-31B4-FA35A3303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00/00/00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C5B8AF-C49D-571F-69BF-1AB0C2724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F5E931-3ABC-DD1A-FDC8-C03E569E9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68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7B74CE-1A45-5DDD-F75F-4D4303056AC2}"/>
              </a:ext>
            </a:extLst>
          </p:cNvPr>
          <p:cNvSpPr/>
          <p:nvPr userDrawn="1"/>
        </p:nvSpPr>
        <p:spPr>
          <a:xfrm>
            <a:off x="581992" y="1017439"/>
            <a:ext cx="10766796" cy="1465622"/>
          </a:xfrm>
          <a:prstGeom prst="roundRect">
            <a:avLst>
              <a:gd name="adj" fmla="val 11894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Quire Sans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6CBDAA-F3EB-A7CC-348C-C6DEF36D4318}"/>
              </a:ext>
            </a:extLst>
          </p:cNvPr>
          <p:cNvCxnSpPr>
            <a:cxnSpLocks/>
          </p:cNvCxnSpPr>
          <p:nvPr userDrawn="1"/>
        </p:nvCxnSpPr>
        <p:spPr>
          <a:xfrm>
            <a:off x="581992" y="5867400"/>
            <a:ext cx="107702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78AE03-2D5A-BEDE-B033-84F89218D9BB}"/>
              </a:ext>
            </a:extLst>
          </p:cNvPr>
          <p:cNvCxnSpPr>
            <a:cxnSpLocks/>
          </p:cNvCxnSpPr>
          <p:nvPr userDrawn="1"/>
        </p:nvCxnSpPr>
        <p:spPr>
          <a:xfrm>
            <a:off x="581992" y="609600"/>
            <a:ext cx="107702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A3B78-13C8-892D-7ADC-D62A05F51967}"/>
              </a:ext>
            </a:extLst>
          </p:cNvPr>
          <p:cNvGrpSpPr/>
          <p:nvPr userDrawn="1"/>
        </p:nvGrpSpPr>
        <p:grpSpPr>
          <a:xfrm flipH="1">
            <a:off x="8245440" y="0"/>
            <a:ext cx="3943385" cy="2209800"/>
            <a:chOff x="-10411" y="0"/>
            <a:chExt cx="3943385" cy="22098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AC5AC647-1AA8-FA57-37D8-5F2E093893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22955" t="-1334" r="-10741" b="23144"/>
            <a:stretch/>
          </p:blipFill>
          <p:spPr>
            <a:xfrm rot="10800000" flipH="1">
              <a:off x="-10411" y="0"/>
              <a:ext cx="2556844" cy="2209800"/>
            </a:xfrm>
            <a:prstGeom prst="rect">
              <a:avLst/>
            </a:prstGeom>
          </p:spPr>
        </p:pic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F0C52D8B-C4A5-6592-FB45-2A569D339574}"/>
                </a:ext>
              </a:extLst>
            </p:cNvPr>
            <p:cNvSpPr/>
            <p:nvPr/>
          </p:nvSpPr>
          <p:spPr>
            <a:xfrm rot="2700000">
              <a:off x="3278601" y="721719"/>
              <a:ext cx="654373" cy="654373"/>
            </a:xfrm>
            <a:prstGeom prst="plus">
              <a:avLst>
                <a:gd name="adj" fmla="val 34886"/>
              </a:avLst>
            </a:prstGeom>
            <a:solidFill>
              <a:schemeClr val="accent2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Quire Sans"/>
                <a:ea typeface="+mn-ea"/>
                <a:cs typeface="+mn-cs"/>
              </a:endParaRPr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83E148C5-F88C-4D65-3DB7-756252A8A1D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79" t="-1685" r="-5675" b="63656"/>
          <a:stretch/>
        </p:blipFill>
        <p:spPr>
          <a:xfrm>
            <a:off x="840037" y="1219201"/>
            <a:ext cx="3494301" cy="1263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BE60AE-BB9D-05D7-65F7-DA818CF83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50008"/>
            <a:ext cx="10890504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8">
            <a:extLst>
              <a:ext uri="{FF2B5EF4-FFF2-40B4-BE49-F238E27FC236}">
                <a16:creationId xmlns:a16="http://schemas.microsoft.com/office/drawing/2014/main" id="{C6002F4C-93CF-DB09-2A74-421C019831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703320"/>
            <a:ext cx="10771632" cy="201168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B9BAC-9473-E02D-034C-A712981D8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00/00/00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47D348-2AA6-5878-4C98-CB3E895FE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E4AA3A-02D3-C16A-F484-4365AEC66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068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8823B-1848-DD23-32C1-55B6F35BB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21792"/>
            <a:ext cx="5878004" cy="1143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8">
            <a:extLst>
              <a:ext uri="{FF2B5EF4-FFF2-40B4-BE49-F238E27FC236}">
                <a16:creationId xmlns:a16="http://schemas.microsoft.com/office/drawing/2014/main" id="{C6369831-3D9F-A5E3-4BD7-A70602CD967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1208" y="2084832"/>
            <a:ext cx="5878004" cy="3703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5E70E0-6625-D5D7-AF0A-C954D8961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00/00/00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C3F56-523E-43F4-9B16-07C01F0BC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0176" y="6190488"/>
            <a:ext cx="919036" cy="210312"/>
          </a:xfrm>
        </p:spPr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8C9E72-33C7-B5A5-6E0C-E4D81F133BA4}"/>
              </a:ext>
            </a:extLst>
          </p:cNvPr>
          <p:cNvCxnSpPr>
            <a:cxnSpLocks/>
          </p:cNvCxnSpPr>
          <p:nvPr/>
        </p:nvCxnSpPr>
        <p:spPr>
          <a:xfrm>
            <a:off x="581992" y="5867400"/>
            <a:ext cx="56648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D31522-CF82-7988-2E83-546796650259}"/>
              </a:ext>
            </a:extLst>
          </p:cNvPr>
          <p:cNvCxnSpPr>
            <a:cxnSpLocks/>
          </p:cNvCxnSpPr>
          <p:nvPr/>
        </p:nvCxnSpPr>
        <p:spPr>
          <a:xfrm>
            <a:off x="581992" y="609600"/>
            <a:ext cx="5664820" cy="0"/>
          </a:xfrm>
          <a:prstGeom prst="line">
            <a:avLst/>
          </a:prstGeom>
          <a:ln w="12700">
            <a:solidFill>
              <a:srgbClr val="435F3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7049D66-D5A8-DFED-1BBA-E00C8E0BF013}"/>
              </a:ext>
            </a:extLst>
          </p:cNvPr>
          <p:cNvSpPr/>
          <p:nvPr userDrawn="1"/>
        </p:nvSpPr>
        <p:spPr>
          <a:xfrm>
            <a:off x="7224731" y="457200"/>
            <a:ext cx="4198461" cy="5943596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Quire Sans"/>
              <a:ea typeface="+mn-ea"/>
              <a:cs typeface="+mn-cs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C00F615-D350-70FC-458B-17DC58C3DAB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955" t="-1334" r="3949" b="23144"/>
          <a:stretch/>
        </p:blipFill>
        <p:spPr>
          <a:xfrm rot="10800000" flipH="1">
            <a:off x="7528972" y="733525"/>
            <a:ext cx="3894220" cy="4042044"/>
          </a:xfrm>
          <a:prstGeom prst="rect">
            <a:avLst/>
          </a:prstGeom>
        </p:spPr>
      </p:pic>
      <p:sp>
        <p:nvSpPr>
          <p:cNvPr id="12" name="Cross 11">
            <a:extLst>
              <a:ext uri="{FF2B5EF4-FFF2-40B4-BE49-F238E27FC236}">
                <a16:creationId xmlns:a16="http://schemas.microsoft.com/office/drawing/2014/main" id="{F6D3D1EF-9096-4DE3-65B0-A56792BCA9FB}"/>
              </a:ext>
            </a:extLst>
          </p:cNvPr>
          <p:cNvSpPr/>
          <p:nvPr userDrawn="1"/>
        </p:nvSpPr>
        <p:spPr>
          <a:xfrm rot="2700000">
            <a:off x="10818034" y="5734035"/>
            <a:ext cx="906072" cy="906072"/>
          </a:xfrm>
          <a:prstGeom prst="plus">
            <a:avLst>
              <a:gd name="adj" fmla="val 34886"/>
            </a:avLst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Quire Sans"/>
              <a:ea typeface="+mn-ea"/>
              <a:cs typeface="+mn-cs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F76B484-4DDB-2219-B076-85EF15583E6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59" t="46841" r="-10838" b="608"/>
          <a:stretch/>
        </p:blipFill>
        <p:spPr>
          <a:xfrm rot="5400000">
            <a:off x="8605723" y="4789665"/>
            <a:ext cx="2202153" cy="161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036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5EC899-82DA-6C62-F99A-A5C1822003D6}"/>
              </a:ext>
            </a:extLst>
          </p:cNvPr>
          <p:cNvSpPr/>
          <p:nvPr userDrawn="1"/>
        </p:nvSpPr>
        <p:spPr>
          <a:xfrm>
            <a:off x="6998473" y="625258"/>
            <a:ext cx="4503264" cy="2686302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BD98418-0E68-2FD2-AAF8-5F48931A2A5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6093" t="-16314" r="-13478" b="-3577"/>
          <a:stretch/>
        </p:blipFill>
        <p:spPr>
          <a:xfrm rot="16200000">
            <a:off x="5933484" y="-70786"/>
            <a:ext cx="2434778" cy="2368886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9B2DB26-152B-A660-5994-264088B10127}"/>
              </a:ext>
            </a:extLst>
          </p:cNvPr>
          <p:cNvSpPr/>
          <p:nvPr userDrawn="1"/>
        </p:nvSpPr>
        <p:spPr>
          <a:xfrm>
            <a:off x="6998473" y="3708269"/>
            <a:ext cx="4503264" cy="2686302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58E8EC6C-4C4F-5126-5867-B835579ADE95}"/>
              </a:ext>
            </a:extLst>
          </p:cNvPr>
          <p:cNvSpPr/>
          <p:nvPr userDrawn="1"/>
        </p:nvSpPr>
        <p:spPr>
          <a:xfrm rot="2700000">
            <a:off x="11020486" y="5779707"/>
            <a:ext cx="906072" cy="906072"/>
          </a:xfrm>
          <a:prstGeom prst="plus">
            <a:avLst>
              <a:gd name="adj" fmla="val 34886"/>
            </a:avLst>
          </a:prstGeom>
          <a:solidFill>
            <a:schemeClr val="accent2">
              <a:lumMod val="5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1924ED2-7665-CDA5-A950-86022E36C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21792"/>
            <a:ext cx="5878004" cy="1143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18">
            <a:extLst>
              <a:ext uri="{FF2B5EF4-FFF2-40B4-BE49-F238E27FC236}">
                <a16:creationId xmlns:a16="http://schemas.microsoft.com/office/drawing/2014/main" id="{21E8B3C6-A310-27D6-2D48-55A75DF49E7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1208" y="2084832"/>
            <a:ext cx="5878004" cy="3703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29055FDB-38DD-4E72-2C97-C84ED6C1BD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51989" y="1162590"/>
            <a:ext cx="3596232" cy="4694649"/>
          </a:xfrm>
          <a:custGeom>
            <a:avLst/>
            <a:gdLst>
              <a:gd name="connsiteX0" fmla="*/ 188910 w 3596232"/>
              <a:gd name="connsiteY0" fmla="*/ 0 h 4694649"/>
              <a:gd name="connsiteX1" fmla="*/ 3407322 w 3596232"/>
              <a:gd name="connsiteY1" fmla="*/ 0 h 4694649"/>
              <a:gd name="connsiteX2" fmla="*/ 3596232 w 3596232"/>
              <a:gd name="connsiteY2" fmla="*/ 188910 h 4694649"/>
              <a:gd name="connsiteX3" fmla="*/ 3596232 w 3596232"/>
              <a:gd name="connsiteY3" fmla="*/ 4505739 h 4694649"/>
              <a:gd name="connsiteX4" fmla="*/ 3407322 w 3596232"/>
              <a:gd name="connsiteY4" fmla="*/ 4694649 h 4694649"/>
              <a:gd name="connsiteX5" fmla="*/ 188910 w 3596232"/>
              <a:gd name="connsiteY5" fmla="*/ 4694649 h 4694649"/>
              <a:gd name="connsiteX6" fmla="*/ 0 w 3596232"/>
              <a:gd name="connsiteY6" fmla="*/ 4505739 h 4694649"/>
              <a:gd name="connsiteX7" fmla="*/ 0 w 3596232"/>
              <a:gd name="connsiteY7" fmla="*/ 188910 h 4694649"/>
              <a:gd name="connsiteX8" fmla="*/ 188910 w 3596232"/>
              <a:gd name="connsiteY8" fmla="*/ 0 h 4694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96232" h="4694649">
                <a:moveTo>
                  <a:pt x="188910" y="0"/>
                </a:moveTo>
                <a:lnTo>
                  <a:pt x="3407322" y="0"/>
                </a:lnTo>
                <a:cubicBezTo>
                  <a:pt x="3511654" y="0"/>
                  <a:pt x="3596232" y="84578"/>
                  <a:pt x="3596232" y="188910"/>
                </a:cubicBezTo>
                <a:lnTo>
                  <a:pt x="3596232" y="4505739"/>
                </a:lnTo>
                <a:cubicBezTo>
                  <a:pt x="3596232" y="4610071"/>
                  <a:pt x="3511654" y="4694649"/>
                  <a:pt x="3407322" y="4694649"/>
                </a:cubicBezTo>
                <a:lnTo>
                  <a:pt x="188910" y="4694649"/>
                </a:lnTo>
                <a:cubicBezTo>
                  <a:pt x="84578" y="4694649"/>
                  <a:pt x="0" y="4610071"/>
                  <a:pt x="0" y="4505739"/>
                </a:cubicBezTo>
                <a:lnTo>
                  <a:pt x="0" y="188910"/>
                </a:lnTo>
                <a:cubicBezTo>
                  <a:pt x="0" y="84578"/>
                  <a:pt x="84578" y="0"/>
                  <a:pt x="18891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4217FB8-20E0-118C-285D-4FEFA1E35326}"/>
              </a:ext>
            </a:extLst>
          </p:cNvPr>
          <p:cNvCxnSpPr>
            <a:cxnSpLocks/>
          </p:cNvCxnSpPr>
          <p:nvPr userDrawn="1"/>
        </p:nvCxnSpPr>
        <p:spPr>
          <a:xfrm>
            <a:off x="581992" y="5867400"/>
            <a:ext cx="56648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ABC3664-186D-E7FA-94A7-CA62E87CDA5E}"/>
              </a:ext>
            </a:extLst>
          </p:cNvPr>
          <p:cNvCxnSpPr>
            <a:cxnSpLocks/>
          </p:cNvCxnSpPr>
          <p:nvPr userDrawn="1"/>
        </p:nvCxnSpPr>
        <p:spPr>
          <a:xfrm>
            <a:off x="581992" y="609600"/>
            <a:ext cx="5664820" cy="0"/>
          </a:xfrm>
          <a:prstGeom prst="line">
            <a:avLst/>
          </a:prstGeom>
          <a:ln w="12700">
            <a:solidFill>
              <a:srgbClr val="435F3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5E70E0-6625-D5D7-AF0A-C954D8961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00/00/00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C3F56-523E-43F4-9B16-07C01F0BC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0176" y="6190488"/>
            <a:ext cx="919036" cy="210312"/>
          </a:xfrm>
        </p:spPr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02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FB16F0-8AD5-B0AE-9C56-88DCA31251D9}"/>
              </a:ext>
            </a:extLst>
          </p:cNvPr>
          <p:cNvSpPr/>
          <p:nvPr userDrawn="1"/>
        </p:nvSpPr>
        <p:spPr>
          <a:xfrm>
            <a:off x="581992" y="677975"/>
            <a:ext cx="10766796" cy="2942607"/>
          </a:xfrm>
          <a:prstGeom prst="roundRect">
            <a:avLst>
              <a:gd name="adj" fmla="val 11894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F0579C-BBD7-4DD3-1C37-C316F6F08BC2}"/>
              </a:ext>
            </a:extLst>
          </p:cNvPr>
          <p:cNvCxnSpPr>
            <a:cxnSpLocks/>
          </p:cNvCxnSpPr>
          <p:nvPr userDrawn="1"/>
        </p:nvCxnSpPr>
        <p:spPr>
          <a:xfrm>
            <a:off x="581992" y="5867400"/>
            <a:ext cx="107702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61B335A0-563D-0DD7-3AC3-0D27F3193F5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955" t="-1334" r="-10741" b="23144"/>
          <a:stretch/>
        </p:blipFill>
        <p:spPr>
          <a:xfrm rot="10800000" flipH="1">
            <a:off x="-10411" y="0"/>
            <a:ext cx="2556844" cy="22098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706A4F6-45A9-41CD-5553-543DB8BE288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59" t="46841" r="-10838" b="608"/>
          <a:stretch/>
        </p:blipFill>
        <p:spPr>
          <a:xfrm rot="5400000">
            <a:off x="8882003" y="511012"/>
            <a:ext cx="3829404" cy="2807380"/>
          </a:xfrm>
          <a:prstGeom prst="rect">
            <a:avLst/>
          </a:prstGeom>
        </p:spPr>
      </p:pic>
      <p:sp>
        <p:nvSpPr>
          <p:cNvPr id="15" name="Cross 14">
            <a:extLst>
              <a:ext uri="{FF2B5EF4-FFF2-40B4-BE49-F238E27FC236}">
                <a16:creationId xmlns:a16="http://schemas.microsoft.com/office/drawing/2014/main" id="{92F52620-F282-F4C3-BBCC-13756F044D0E}"/>
              </a:ext>
            </a:extLst>
          </p:cNvPr>
          <p:cNvSpPr/>
          <p:nvPr userDrawn="1"/>
        </p:nvSpPr>
        <p:spPr>
          <a:xfrm rot="2700000">
            <a:off x="3278602" y="389611"/>
            <a:ext cx="654373" cy="654373"/>
          </a:xfrm>
          <a:prstGeom prst="plus">
            <a:avLst>
              <a:gd name="adj" fmla="val 34886"/>
            </a:avLst>
          </a:prstGeom>
          <a:solidFill>
            <a:schemeClr val="accent2">
              <a:lumMod val="5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itle 13">
            <a:extLst>
              <a:ext uri="{FF2B5EF4-FFF2-40B4-BE49-F238E27FC236}">
                <a16:creationId xmlns:a16="http://schemas.microsoft.com/office/drawing/2014/main" id="{B91AE9CC-DB83-56BB-43A9-75FB37CB3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776" y="987552"/>
            <a:ext cx="8156448" cy="2633472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4800" baseline="0">
                <a:ln w="25400">
                  <a:solidFill>
                    <a:schemeClr val="accent2">
                      <a:lumMod val="50000"/>
                    </a:schemeClr>
                  </a:solidFill>
                </a:ln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Content Placeholder 18">
            <a:extLst>
              <a:ext uri="{FF2B5EF4-FFF2-40B4-BE49-F238E27FC236}">
                <a16:creationId xmlns:a16="http://schemas.microsoft.com/office/drawing/2014/main" id="{38EE0AEB-B6D8-567F-532A-4C5C8CDBAA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5216" y="3995927"/>
            <a:ext cx="5129784" cy="187102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18">
            <a:extLst>
              <a:ext uri="{FF2B5EF4-FFF2-40B4-BE49-F238E27FC236}">
                <a16:creationId xmlns:a16="http://schemas.microsoft.com/office/drawing/2014/main" id="{CB53BDB2-1DE7-6F74-914B-6AB6DCC40F9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9048" y="3995927"/>
            <a:ext cx="5129784" cy="187102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35919E-25CD-A9C7-96B4-418FF31E4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00/00/00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F4E10E-956F-120F-9A17-F3DD13E8B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55462C-9030-1F53-ABD6-298C4F3B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72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D8DDA-6C9D-8B86-2FC0-8E5F1310B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088"/>
            <a:ext cx="10762488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Content Placeholder 18">
            <a:extLst>
              <a:ext uri="{FF2B5EF4-FFF2-40B4-BE49-F238E27FC236}">
                <a16:creationId xmlns:a16="http://schemas.microsoft.com/office/drawing/2014/main" id="{B8058444-CAAE-9075-06DD-CA7475610897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585216" y="2066545"/>
            <a:ext cx="5129784" cy="164039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18">
            <a:extLst>
              <a:ext uri="{FF2B5EF4-FFF2-40B4-BE49-F238E27FC236}">
                <a16:creationId xmlns:a16="http://schemas.microsoft.com/office/drawing/2014/main" id="{72A43166-102A-35B9-70FB-5E34A959DD83}"/>
              </a:ext>
            </a:extLst>
          </p:cNvPr>
          <p:cNvSpPr>
            <a:spLocks noGrp="1"/>
          </p:cNvSpPr>
          <p:nvPr userDrawn="1">
            <p:ph sz="quarter" idx="14"/>
          </p:nvPr>
        </p:nvSpPr>
        <p:spPr>
          <a:xfrm>
            <a:off x="6099048" y="2066545"/>
            <a:ext cx="5129784" cy="164039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BC23DD-4FCE-130E-B4E1-D95A8CD6E676}"/>
              </a:ext>
            </a:extLst>
          </p:cNvPr>
          <p:cNvCxnSpPr>
            <a:cxnSpLocks/>
          </p:cNvCxnSpPr>
          <p:nvPr userDrawn="1"/>
        </p:nvCxnSpPr>
        <p:spPr>
          <a:xfrm>
            <a:off x="581992" y="5867400"/>
            <a:ext cx="107702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8BBFEA-903D-D7F6-1BC1-911DE35E8775}"/>
              </a:ext>
            </a:extLst>
          </p:cNvPr>
          <p:cNvCxnSpPr>
            <a:cxnSpLocks/>
          </p:cNvCxnSpPr>
          <p:nvPr userDrawn="1"/>
        </p:nvCxnSpPr>
        <p:spPr>
          <a:xfrm>
            <a:off x="581992" y="609600"/>
            <a:ext cx="107702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A5DE43A-60F4-A089-D93E-741A4D0929DF}"/>
              </a:ext>
            </a:extLst>
          </p:cNvPr>
          <p:cNvSpPr/>
          <p:nvPr/>
        </p:nvSpPr>
        <p:spPr>
          <a:xfrm>
            <a:off x="581992" y="3994574"/>
            <a:ext cx="10770220" cy="1153636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DC02731-8947-D88F-F80B-F2C65DA5799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64" r="-5560"/>
          <a:stretch/>
        </p:blipFill>
        <p:spPr>
          <a:xfrm>
            <a:off x="8715414" y="3679037"/>
            <a:ext cx="1998474" cy="190073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428FFD0-6816-9A55-2A04-B52A4152E919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64" r="-5560"/>
          <a:stretch/>
        </p:blipFill>
        <p:spPr>
          <a:xfrm>
            <a:off x="5134816" y="3679037"/>
            <a:ext cx="1998474" cy="1900731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B769B67-BF85-171D-E468-159DC7A42560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64" r="-5560"/>
          <a:stretch/>
        </p:blipFill>
        <p:spPr>
          <a:xfrm>
            <a:off x="1390589" y="3679037"/>
            <a:ext cx="1998474" cy="1900731"/>
          </a:xfrm>
          <a:prstGeom prst="rect">
            <a:avLst/>
          </a:prstGeom>
        </p:spPr>
      </p:pic>
      <p:sp>
        <p:nvSpPr>
          <p:cNvPr id="18" name="Picture Placeholder 20">
            <a:extLst>
              <a:ext uri="{FF2B5EF4-FFF2-40B4-BE49-F238E27FC236}">
                <a16:creationId xmlns:a16="http://schemas.microsoft.com/office/drawing/2014/main" id="{15E08D62-18FF-AEA1-A29B-0C212BE31713}"/>
              </a:ext>
            </a:extLst>
          </p:cNvPr>
          <p:cNvSpPr>
            <a:spLocks noGrp="1"/>
          </p:cNvSpPr>
          <p:nvPr userDrawn="1">
            <p:ph type="pic" sz="quarter" idx="15"/>
          </p:nvPr>
        </p:nvSpPr>
        <p:spPr>
          <a:xfrm>
            <a:off x="1918652" y="4208778"/>
            <a:ext cx="841248" cy="841248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20">
            <a:extLst>
              <a:ext uri="{FF2B5EF4-FFF2-40B4-BE49-F238E27FC236}">
                <a16:creationId xmlns:a16="http://schemas.microsoft.com/office/drawing/2014/main" id="{0C30F2D6-7955-A01D-4414-08BD54DC4C0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673788" y="4208778"/>
            <a:ext cx="841248" cy="841248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20">
            <a:extLst>
              <a:ext uri="{FF2B5EF4-FFF2-40B4-BE49-F238E27FC236}">
                <a16:creationId xmlns:a16="http://schemas.microsoft.com/office/drawing/2014/main" id="{88D95A1F-88CD-45EF-9B7E-52D533D3518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02563" y="4157029"/>
            <a:ext cx="841248" cy="841248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49425B-7D90-1B71-5868-B3E7A6C8E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00/00/00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7D266C-5561-C631-7A76-C0C47166E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F830D7-6165-3054-1914-DB6D1394D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12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0AA7070-5E0F-A195-181C-1F8779194804}"/>
              </a:ext>
            </a:extLst>
          </p:cNvPr>
          <p:cNvSpPr/>
          <p:nvPr userDrawn="1"/>
        </p:nvSpPr>
        <p:spPr>
          <a:xfrm>
            <a:off x="617300" y="2098628"/>
            <a:ext cx="5204302" cy="3326011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Quire Sans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5EBC589-0AFD-F714-9D30-5929AB52587C}"/>
              </a:ext>
            </a:extLst>
          </p:cNvPr>
          <p:cNvSpPr/>
          <p:nvPr userDrawn="1"/>
        </p:nvSpPr>
        <p:spPr>
          <a:xfrm>
            <a:off x="6101646" y="2084190"/>
            <a:ext cx="5302013" cy="3326010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Quire Sans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BFB934-22A7-686D-6489-5802A4975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1792"/>
            <a:ext cx="10762488" cy="1143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EFA4554B-98CB-41FF-83FE-16E82D7001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7251" y="2313833"/>
            <a:ext cx="4724400" cy="2895600"/>
          </a:xfrm>
          <a:custGeom>
            <a:avLst/>
            <a:gdLst>
              <a:gd name="connsiteX0" fmla="*/ 235470 w 4724400"/>
              <a:gd name="connsiteY0" fmla="*/ 0 h 2895600"/>
              <a:gd name="connsiteX1" fmla="*/ 4488930 w 4724400"/>
              <a:gd name="connsiteY1" fmla="*/ 0 h 2895600"/>
              <a:gd name="connsiteX2" fmla="*/ 4724400 w 4724400"/>
              <a:gd name="connsiteY2" fmla="*/ 235470 h 2895600"/>
              <a:gd name="connsiteX3" fmla="*/ 4724400 w 4724400"/>
              <a:gd name="connsiteY3" fmla="*/ 2660130 h 2895600"/>
              <a:gd name="connsiteX4" fmla="*/ 4488930 w 4724400"/>
              <a:gd name="connsiteY4" fmla="*/ 2895600 h 2895600"/>
              <a:gd name="connsiteX5" fmla="*/ 235470 w 4724400"/>
              <a:gd name="connsiteY5" fmla="*/ 2895600 h 2895600"/>
              <a:gd name="connsiteX6" fmla="*/ 188015 w 4724400"/>
              <a:gd name="connsiteY6" fmla="*/ 2890816 h 2895600"/>
              <a:gd name="connsiteX7" fmla="*/ 182053 w 4724400"/>
              <a:gd name="connsiteY7" fmla="*/ 2888966 h 2895600"/>
              <a:gd name="connsiteX8" fmla="*/ 240221 w 4724400"/>
              <a:gd name="connsiteY8" fmla="*/ 2859062 h 2895600"/>
              <a:gd name="connsiteX9" fmla="*/ 283213 w 4724400"/>
              <a:gd name="connsiteY9" fmla="*/ 2577420 h 2895600"/>
              <a:gd name="connsiteX10" fmla="*/ 3325 w 4724400"/>
              <a:gd name="connsiteY10" fmla="*/ 2533112 h 2895600"/>
              <a:gd name="connsiteX11" fmla="*/ 0 w 4724400"/>
              <a:gd name="connsiteY11" fmla="*/ 2536350 h 2895600"/>
              <a:gd name="connsiteX12" fmla="*/ 0 w 4724400"/>
              <a:gd name="connsiteY12" fmla="*/ 235470 h 2895600"/>
              <a:gd name="connsiteX13" fmla="*/ 235470 w 4724400"/>
              <a:gd name="connsiteY13" fmla="*/ 0 h 289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24400" h="2895600">
                <a:moveTo>
                  <a:pt x="235470" y="0"/>
                </a:moveTo>
                <a:lnTo>
                  <a:pt x="4488930" y="0"/>
                </a:lnTo>
                <a:cubicBezTo>
                  <a:pt x="4618976" y="0"/>
                  <a:pt x="4724400" y="105424"/>
                  <a:pt x="4724400" y="235470"/>
                </a:cubicBezTo>
                <a:lnTo>
                  <a:pt x="4724400" y="2660130"/>
                </a:lnTo>
                <a:cubicBezTo>
                  <a:pt x="4724400" y="2790176"/>
                  <a:pt x="4618976" y="2895600"/>
                  <a:pt x="4488930" y="2895600"/>
                </a:cubicBezTo>
                <a:lnTo>
                  <a:pt x="235470" y="2895600"/>
                </a:lnTo>
                <a:cubicBezTo>
                  <a:pt x="219214" y="2895600"/>
                  <a:pt x="203343" y="2893953"/>
                  <a:pt x="188015" y="2890816"/>
                </a:cubicBezTo>
                <a:lnTo>
                  <a:pt x="182053" y="2888966"/>
                </a:lnTo>
                <a:lnTo>
                  <a:pt x="240221" y="2859062"/>
                </a:lnTo>
                <a:cubicBezTo>
                  <a:pt x="329714" y="2793258"/>
                  <a:pt x="349017" y="2666914"/>
                  <a:pt x="283213" y="2577420"/>
                </a:cubicBezTo>
                <a:cubicBezTo>
                  <a:pt x="217847" y="2488365"/>
                  <a:pt x="93258" y="2468624"/>
                  <a:pt x="3325" y="2533112"/>
                </a:cubicBezTo>
                <a:lnTo>
                  <a:pt x="0" y="2536350"/>
                </a:lnTo>
                <a:lnTo>
                  <a:pt x="0" y="235470"/>
                </a:lnTo>
                <a:cubicBezTo>
                  <a:pt x="0" y="105424"/>
                  <a:pt x="105424" y="0"/>
                  <a:pt x="235470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  <p:txBody>
          <a:bodyPr wrap="square" lIns="365760" rIns="36576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B254B580-B88B-30D6-906C-5D8A5283269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5461" y="2313833"/>
            <a:ext cx="4724400" cy="2895600"/>
          </a:xfrm>
          <a:custGeom>
            <a:avLst/>
            <a:gdLst>
              <a:gd name="connsiteX0" fmla="*/ 235470 w 4724400"/>
              <a:gd name="connsiteY0" fmla="*/ 0 h 2895600"/>
              <a:gd name="connsiteX1" fmla="*/ 4410363 w 4724400"/>
              <a:gd name="connsiteY1" fmla="*/ 0 h 2895600"/>
              <a:gd name="connsiteX2" fmla="*/ 4402058 w 4724400"/>
              <a:gd name="connsiteY2" fmla="*/ 8305 h 2895600"/>
              <a:gd name="connsiteX3" fmla="*/ 4595726 w 4724400"/>
              <a:gd name="connsiteY3" fmla="*/ 201973 h 2895600"/>
              <a:gd name="connsiteX4" fmla="*/ 4684950 w 4724400"/>
              <a:gd name="connsiteY4" fmla="*/ 112749 h 2895600"/>
              <a:gd name="connsiteX5" fmla="*/ 4705896 w 4724400"/>
              <a:gd name="connsiteY5" fmla="*/ 143815 h 2895600"/>
              <a:gd name="connsiteX6" fmla="*/ 4724400 w 4724400"/>
              <a:gd name="connsiteY6" fmla="*/ 235470 h 2895600"/>
              <a:gd name="connsiteX7" fmla="*/ 4724400 w 4724400"/>
              <a:gd name="connsiteY7" fmla="*/ 2660130 h 2895600"/>
              <a:gd name="connsiteX8" fmla="*/ 4488930 w 4724400"/>
              <a:gd name="connsiteY8" fmla="*/ 2895600 h 2895600"/>
              <a:gd name="connsiteX9" fmla="*/ 235470 w 4724400"/>
              <a:gd name="connsiteY9" fmla="*/ 2895600 h 2895600"/>
              <a:gd name="connsiteX10" fmla="*/ 0 w 4724400"/>
              <a:gd name="connsiteY10" fmla="*/ 2660130 h 2895600"/>
              <a:gd name="connsiteX11" fmla="*/ 0 w 4724400"/>
              <a:gd name="connsiteY11" fmla="*/ 235470 h 2895600"/>
              <a:gd name="connsiteX12" fmla="*/ 235470 w 4724400"/>
              <a:gd name="connsiteY12" fmla="*/ 0 h 289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724400" h="2895600">
                <a:moveTo>
                  <a:pt x="235470" y="0"/>
                </a:moveTo>
                <a:lnTo>
                  <a:pt x="4410363" y="0"/>
                </a:lnTo>
                <a:lnTo>
                  <a:pt x="4402058" y="8305"/>
                </a:lnTo>
                <a:lnTo>
                  <a:pt x="4595726" y="201973"/>
                </a:lnTo>
                <a:lnTo>
                  <a:pt x="4684950" y="112749"/>
                </a:lnTo>
                <a:lnTo>
                  <a:pt x="4705896" y="143815"/>
                </a:lnTo>
                <a:cubicBezTo>
                  <a:pt x="4717811" y="171986"/>
                  <a:pt x="4724400" y="202959"/>
                  <a:pt x="4724400" y="235470"/>
                </a:cubicBezTo>
                <a:lnTo>
                  <a:pt x="4724400" y="2660130"/>
                </a:lnTo>
                <a:cubicBezTo>
                  <a:pt x="4724400" y="2790176"/>
                  <a:pt x="4618976" y="2895600"/>
                  <a:pt x="4488930" y="2895600"/>
                </a:cubicBezTo>
                <a:lnTo>
                  <a:pt x="235470" y="2895600"/>
                </a:lnTo>
                <a:cubicBezTo>
                  <a:pt x="105424" y="2895600"/>
                  <a:pt x="0" y="2790176"/>
                  <a:pt x="0" y="2660130"/>
                </a:cubicBezTo>
                <a:lnTo>
                  <a:pt x="0" y="235470"/>
                </a:lnTo>
                <a:cubicBezTo>
                  <a:pt x="0" y="105424"/>
                  <a:pt x="105424" y="0"/>
                  <a:pt x="235470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  <p:txBody>
          <a:bodyPr wrap="square" lIns="365760" rIns="36576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8E79F9-00E6-1773-B032-386686A4C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00/00/00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DA5119-9C2C-6866-6CCD-777AFBC29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D79AB2-758F-7D1A-843D-DFDDA4BD0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5575D10-6B46-1E49-9456-8EB333AA4E78}"/>
              </a:ext>
            </a:extLst>
          </p:cNvPr>
          <p:cNvCxnSpPr>
            <a:cxnSpLocks/>
          </p:cNvCxnSpPr>
          <p:nvPr userDrawn="1"/>
        </p:nvCxnSpPr>
        <p:spPr>
          <a:xfrm>
            <a:off x="581992" y="5867400"/>
            <a:ext cx="107702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EEA4E1-2312-3E1A-929C-5BC1477675E0}"/>
              </a:ext>
            </a:extLst>
          </p:cNvPr>
          <p:cNvCxnSpPr>
            <a:cxnSpLocks/>
          </p:cNvCxnSpPr>
          <p:nvPr userDrawn="1"/>
        </p:nvCxnSpPr>
        <p:spPr>
          <a:xfrm>
            <a:off x="581992" y="609600"/>
            <a:ext cx="107702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phic 21">
            <a:extLst>
              <a:ext uri="{FF2B5EF4-FFF2-40B4-BE49-F238E27FC236}">
                <a16:creationId xmlns:a16="http://schemas.microsoft.com/office/drawing/2014/main" id="{EF6A097C-54D2-D4ED-0A10-19FBB24E053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6093" t="-16314" r="-13478" b="-3577"/>
          <a:stretch/>
        </p:blipFill>
        <p:spPr>
          <a:xfrm rot="16200000">
            <a:off x="-1671" y="4566367"/>
            <a:ext cx="1237941" cy="1204439"/>
          </a:xfrm>
          <a:prstGeom prst="rect">
            <a:avLst/>
          </a:prstGeom>
        </p:spPr>
      </p:pic>
      <p:sp>
        <p:nvSpPr>
          <p:cNvPr id="24" name="Cross 23">
            <a:extLst>
              <a:ext uri="{FF2B5EF4-FFF2-40B4-BE49-F238E27FC236}">
                <a16:creationId xmlns:a16="http://schemas.microsoft.com/office/drawing/2014/main" id="{5D737375-70B4-3314-9D07-4395BAA26875}"/>
              </a:ext>
            </a:extLst>
          </p:cNvPr>
          <p:cNvSpPr/>
          <p:nvPr userDrawn="1"/>
        </p:nvSpPr>
        <p:spPr>
          <a:xfrm rot="2700000">
            <a:off x="10761662" y="1645591"/>
            <a:ext cx="906072" cy="906072"/>
          </a:xfrm>
          <a:prstGeom prst="plus">
            <a:avLst>
              <a:gd name="adj" fmla="val 34886"/>
            </a:avLst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Quire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9281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E18EE-8562-0004-6395-12C315C60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98358"/>
            <a:ext cx="10757851" cy="9744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14EE5185-FA14-C59E-8B21-554C836AA043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594360" y="1810512"/>
            <a:ext cx="10770221" cy="348691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35FCC-119C-DAE8-FDEE-89D631B41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00/00/00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AF21D-75F1-3AFD-93CD-CCB87A5E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9F0B52-3400-828A-9D66-4A58DA96B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A5E65DF-61B4-DD7B-4F58-B3C72D0EECC2}"/>
              </a:ext>
            </a:extLst>
          </p:cNvPr>
          <p:cNvCxnSpPr>
            <a:cxnSpLocks/>
          </p:cNvCxnSpPr>
          <p:nvPr userDrawn="1"/>
        </p:nvCxnSpPr>
        <p:spPr>
          <a:xfrm>
            <a:off x="581992" y="5867400"/>
            <a:ext cx="107702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03AA81-E3AE-A8F6-A521-8B767B0D1BFC}"/>
              </a:ext>
            </a:extLst>
          </p:cNvPr>
          <p:cNvCxnSpPr>
            <a:cxnSpLocks/>
          </p:cNvCxnSpPr>
          <p:nvPr userDrawn="1"/>
        </p:nvCxnSpPr>
        <p:spPr>
          <a:xfrm>
            <a:off x="581992" y="598358"/>
            <a:ext cx="107702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749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B8B082E-1046-F9A0-7B39-675E9855A2C3}"/>
              </a:ext>
            </a:extLst>
          </p:cNvPr>
          <p:cNvGrpSpPr/>
          <p:nvPr userDrawn="1"/>
        </p:nvGrpSpPr>
        <p:grpSpPr>
          <a:xfrm>
            <a:off x="581992" y="609600"/>
            <a:ext cx="4369420" cy="5257800"/>
            <a:chOff x="581992" y="609600"/>
            <a:chExt cx="10770220" cy="52578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7F42B3A-6654-C6D7-D536-755B6583EE52}"/>
                </a:ext>
              </a:extLst>
            </p:cNvPr>
            <p:cNvCxnSpPr>
              <a:cxnSpLocks/>
            </p:cNvCxnSpPr>
            <p:nvPr/>
          </p:nvCxnSpPr>
          <p:spPr>
            <a:xfrm>
              <a:off x="581992" y="5867400"/>
              <a:ext cx="10770220" cy="0"/>
            </a:xfrm>
            <a:prstGeom prst="line">
              <a:avLst/>
            </a:prstGeom>
            <a:ln w="12700"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3C8B912-0821-18A3-992F-D5F901A92605}"/>
                </a:ext>
              </a:extLst>
            </p:cNvPr>
            <p:cNvCxnSpPr>
              <a:cxnSpLocks/>
            </p:cNvCxnSpPr>
            <p:nvPr/>
          </p:nvCxnSpPr>
          <p:spPr>
            <a:xfrm>
              <a:off x="581992" y="609600"/>
              <a:ext cx="10770220" cy="0"/>
            </a:xfrm>
            <a:prstGeom prst="line">
              <a:avLst/>
            </a:prstGeom>
            <a:ln w="12700">
              <a:solidFill>
                <a:srgbClr val="435F3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B78823B-1848-DD23-32C1-55B6F35BB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21792"/>
            <a:ext cx="4430204" cy="1143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8">
            <a:extLst>
              <a:ext uri="{FF2B5EF4-FFF2-40B4-BE49-F238E27FC236}">
                <a16:creationId xmlns:a16="http://schemas.microsoft.com/office/drawing/2014/main" id="{C6369831-3D9F-A5E3-4BD7-A70602CD967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1208" y="2084832"/>
            <a:ext cx="4434840" cy="3703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5E70E0-6625-D5D7-AF0A-C954D8961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00/00/00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C3F56-523E-43F4-9B16-07C01F0BC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33532" y="6190488"/>
            <a:ext cx="919036" cy="210312"/>
          </a:xfrm>
        </p:spPr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able Placeholder 6">
            <a:extLst>
              <a:ext uri="{FF2B5EF4-FFF2-40B4-BE49-F238E27FC236}">
                <a16:creationId xmlns:a16="http://schemas.microsoft.com/office/drawing/2014/main" id="{E9B8BD81-BFB0-9798-902D-2A4DA2A4931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495544" y="603504"/>
            <a:ext cx="6291072" cy="578815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76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361" y="621792"/>
            <a:ext cx="10762488" cy="1143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1" y="2112264"/>
            <a:ext cx="10762488" cy="3602736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90488"/>
            <a:ext cx="1446212" cy="21031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000" b="1" i="0" cap="all" spc="200" baseline="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00/00/00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6262" y="6190488"/>
            <a:ext cx="6216301" cy="21031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000" b="1" spc="200" baseline="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7812" y="6190488"/>
            <a:ext cx="919036" cy="210312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000" b="1" spc="200" baseline="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18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07" r:id="rId12"/>
    <p:sldLayoutId id="2147483717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2400" b="1" kern="1200" cap="none" baseline="0">
          <a:solidFill>
            <a:schemeClr val="accent2">
              <a:lumMod val="5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Clr>
          <a:schemeClr val="accent6">
            <a:lumMod val="50000"/>
          </a:schemeClr>
        </a:buClr>
        <a:buSzPct val="100000"/>
        <a:buFont typeface="Arial" pitchFamily="34" charset="0"/>
        <a:buChar char="•"/>
        <a:defRPr sz="18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ourier New" panose="02070309020205020404" pitchFamily="49" charset="0"/>
        <a:buChar char="o"/>
        <a:defRPr sz="18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6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6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6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5pPr>
      <a:lvl6pPr marL="2133226" indent="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None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6pPr>
      <a:lvl7pPr marL="284562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7pPr>
      <a:lvl8pPr marL="3272267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8pPr>
      <a:lvl9pPr marL="375986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1" userDrawn="1">
          <p15:clr>
            <a:srgbClr val="F26B43"/>
          </p15:clr>
        </p15:guide>
        <p15:guide id="2" orient="horz" pos="432" userDrawn="1">
          <p15:clr>
            <a:srgbClr val="F26B43"/>
          </p15:clr>
        </p15:guide>
        <p15:guide id="3" pos="7247" userDrawn="1">
          <p15:clr>
            <a:srgbClr val="F26B43"/>
          </p15:clr>
        </p15:guide>
        <p15:guide id="4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mailto:huang244@msu.edu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F3C93-8F1B-C299-E54D-1A0103B31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448" y="530352"/>
            <a:ext cx="7772400" cy="2862072"/>
          </a:xfrm>
        </p:spPr>
        <p:txBody>
          <a:bodyPr/>
          <a:lstStyle/>
          <a:p>
            <a:r>
              <a:rPr lang="en-US" dirty="0"/>
              <a:t>Intro to Audio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B38F7-C318-B5E3-C231-C6071BBE39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30168" y="3557016"/>
            <a:ext cx="7772401" cy="1066800"/>
          </a:xfrm>
        </p:spPr>
        <p:txBody>
          <a:bodyPr/>
          <a:lstStyle/>
          <a:p>
            <a:r>
              <a:rPr lang="en-US" dirty="0"/>
              <a:t>Week 0 – Project Introduction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14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743C6-3C9A-55F2-D2ED-99D2B08EC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196" y="685800"/>
            <a:ext cx="5878004" cy="1143000"/>
          </a:xfrm>
        </p:spPr>
        <p:txBody>
          <a:bodyPr anchor="b">
            <a:normAutofit/>
          </a:bodyPr>
          <a:lstStyle/>
          <a:p>
            <a:r>
              <a:rPr lang="en-US" sz="4400"/>
              <a:t>Guiding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C4DE9-313E-4BA7-DDBE-50B4B86CE2E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1207" y="2084831"/>
            <a:ext cx="5725605" cy="3772407"/>
          </a:xfrm>
        </p:spPr>
        <p:txBody>
          <a:bodyPr>
            <a:normAutofit/>
          </a:bodyPr>
          <a:lstStyle/>
          <a:p>
            <a:r>
              <a:rPr lang="en-US" b="1" dirty="0"/>
              <a:t>How to do “audio engineering”?</a:t>
            </a:r>
          </a:p>
          <a:p>
            <a:pPr lvl="1"/>
            <a:r>
              <a:rPr lang="en-US" dirty="0"/>
              <a:t>How is the audio represented?</a:t>
            </a:r>
          </a:p>
          <a:p>
            <a:pPr lvl="1"/>
            <a:r>
              <a:rPr lang="en-US" dirty="0"/>
              <a:t>How do we want it to come out?</a:t>
            </a:r>
          </a:p>
          <a:p>
            <a:pPr lvl="1"/>
            <a:r>
              <a:rPr lang="en-US" dirty="0"/>
              <a:t>What tools do we use to do stuff to it?</a:t>
            </a:r>
          </a:p>
          <a:p>
            <a:r>
              <a:rPr lang="en-US" b="1" dirty="0"/>
              <a:t>Ways to engineer audio </a:t>
            </a:r>
          </a:p>
          <a:p>
            <a:pPr lvl="1"/>
            <a:r>
              <a:rPr lang="en-US" dirty="0"/>
              <a:t>What are the types of changes we can make?</a:t>
            </a:r>
          </a:p>
          <a:p>
            <a:pPr lvl="1"/>
            <a:r>
              <a:rPr lang="en-US" dirty="0"/>
              <a:t>What will it sound like when it has been changed?</a:t>
            </a:r>
          </a:p>
        </p:txBody>
      </p:sp>
      <p:pic>
        <p:nvPicPr>
          <p:cNvPr id="6" name="Picture 5" descr="How to Make a Programmable Guitar Pedal With Arduino | Arduino | Maker Pro">
            <a:extLst>
              <a:ext uri="{FF2B5EF4-FFF2-40B4-BE49-F238E27FC236}">
                <a16:creationId xmlns:a16="http://schemas.microsoft.com/office/drawing/2014/main" id="{7C0235D3-A2D0-BA6B-62D8-056F9A3D25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64" r="12535" b="3"/>
          <a:stretch>
            <a:fillRect/>
          </a:stretch>
        </p:blipFill>
        <p:spPr>
          <a:xfrm>
            <a:off x="7451989" y="1162590"/>
            <a:ext cx="3596232" cy="4694649"/>
          </a:xfrm>
          <a:custGeom>
            <a:avLst/>
            <a:gdLst>
              <a:gd name="connsiteX0" fmla="*/ 188910 w 3596232"/>
              <a:gd name="connsiteY0" fmla="*/ 0 h 4694649"/>
              <a:gd name="connsiteX1" fmla="*/ 3407322 w 3596232"/>
              <a:gd name="connsiteY1" fmla="*/ 0 h 4694649"/>
              <a:gd name="connsiteX2" fmla="*/ 3596232 w 3596232"/>
              <a:gd name="connsiteY2" fmla="*/ 188910 h 4694649"/>
              <a:gd name="connsiteX3" fmla="*/ 3596232 w 3596232"/>
              <a:gd name="connsiteY3" fmla="*/ 4505739 h 4694649"/>
              <a:gd name="connsiteX4" fmla="*/ 3407322 w 3596232"/>
              <a:gd name="connsiteY4" fmla="*/ 4694649 h 4694649"/>
              <a:gd name="connsiteX5" fmla="*/ 188910 w 3596232"/>
              <a:gd name="connsiteY5" fmla="*/ 4694649 h 4694649"/>
              <a:gd name="connsiteX6" fmla="*/ 0 w 3596232"/>
              <a:gd name="connsiteY6" fmla="*/ 4505739 h 4694649"/>
              <a:gd name="connsiteX7" fmla="*/ 0 w 3596232"/>
              <a:gd name="connsiteY7" fmla="*/ 188910 h 4694649"/>
              <a:gd name="connsiteX8" fmla="*/ 188910 w 3596232"/>
              <a:gd name="connsiteY8" fmla="*/ 0 h 4694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96232" h="4694649">
                <a:moveTo>
                  <a:pt x="188910" y="0"/>
                </a:moveTo>
                <a:lnTo>
                  <a:pt x="3407322" y="0"/>
                </a:lnTo>
                <a:cubicBezTo>
                  <a:pt x="3511654" y="0"/>
                  <a:pt x="3596232" y="84578"/>
                  <a:pt x="3596232" y="188910"/>
                </a:cubicBezTo>
                <a:lnTo>
                  <a:pt x="3596232" y="4505739"/>
                </a:lnTo>
                <a:cubicBezTo>
                  <a:pt x="3596232" y="4610071"/>
                  <a:pt x="3511654" y="4694649"/>
                  <a:pt x="3407322" y="4694649"/>
                </a:cubicBezTo>
                <a:lnTo>
                  <a:pt x="188910" y="4694649"/>
                </a:lnTo>
                <a:cubicBezTo>
                  <a:pt x="84578" y="4694649"/>
                  <a:pt x="0" y="4610071"/>
                  <a:pt x="0" y="4505739"/>
                </a:cubicBezTo>
                <a:lnTo>
                  <a:pt x="0" y="188910"/>
                </a:lnTo>
                <a:cubicBezTo>
                  <a:pt x="0" y="84578"/>
                  <a:pt x="84578" y="0"/>
                  <a:pt x="188910" y="0"/>
                </a:cubicBezTo>
                <a:close/>
              </a:path>
            </a:pathLst>
          </a:cu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BCD021-E99B-F3B9-3EC5-5D14341D0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0176" y="6190488"/>
            <a:ext cx="919036" cy="21031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B37DED6-D4C7-42EE-AB49-D2E39E64FDE4}" type="slidenum">
              <a:rPr lang="en-US" sz="600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2879820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85A98-708D-C589-FCFA-953C70239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2" y="990600"/>
            <a:ext cx="10762488" cy="591312"/>
          </a:xfrm>
        </p:spPr>
        <p:txBody>
          <a:bodyPr>
            <a:noAutofit/>
          </a:bodyPr>
          <a:lstStyle/>
          <a:p>
            <a:pPr algn="ctr"/>
            <a:r>
              <a:rPr lang="en-US" sz="4800" dirty="0"/>
              <a:t>Meeting Structure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64DA3DB-8610-25E3-1940-75140506E3B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1903412" y="3962400"/>
            <a:ext cx="841248" cy="841248"/>
          </a:xfrm>
        </p:spPr>
        <p:txBody>
          <a:bodyPr>
            <a:noAutofit/>
          </a:bodyPr>
          <a:lstStyle/>
          <a:p>
            <a:r>
              <a:rPr lang="en-US" sz="8800" dirty="0"/>
              <a:t>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583609D-DF69-3958-37CA-D74F19519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9968CBBF-3114-1695-A161-4E86C1BB70A0}"/>
              </a:ext>
            </a:extLst>
          </p:cNvPr>
          <p:cNvSpPr txBox="1">
            <a:spLocks noChangeAspect="1"/>
          </p:cNvSpPr>
          <p:nvPr/>
        </p:nvSpPr>
        <p:spPr>
          <a:xfrm>
            <a:off x="5673788" y="3950208"/>
            <a:ext cx="841248" cy="841248"/>
          </a:xfrm>
          <a:prstGeom prst="rect">
            <a:avLst/>
          </a:prstGeom>
        </p:spPr>
        <p:txBody>
          <a:bodyPr vert="horz" lIns="121899" tIns="60949" rIns="121899" bIns="60949" rtlCol="0">
            <a:noAutofit/>
          </a:bodyPr>
          <a:lstStyle>
            <a:lvl1pPr marL="0" indent="0" algn="ctr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  <a:defRPr sz="18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6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6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6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800" dirty="0"/>
              <a:t>2</a:t>
            </a: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4910EDFC-FF41-E22E-88F9-3A6DE38A79B9}"/>
              </a:ext>
            </a:extLst>
          </p:cNvPr>
          <p:cNvSpPr txBox="1">
            <a:spLocks noChangeAspect="1"/>
          </p:cNvSpPr>
          <p:nvPr/>
        </p:nvSpPr>
        <p:spPr>
          <a:xfrm>
            <a:off x="9218612" y="3962400"/>
            <a:ext cx="841248" cy="841248"/>
          </a:xfrm>
          <a:prstGeom prst="rect">
            <a:avLst/>
          </a:prstGeom>
        </p:spPr>
        <p:txBody>
          <a:bodyPr vert="horz" lIns="121899" tIns="60949" rIns="121899" bIns="60949" rtlCol="0">
            <a:noAutofit/>
          </a:bodyPr>
          <a:lstStyle>
            <a:lvl1pPr marL="0" indent="0" algn="ctr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  <a:defRPr sz="18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6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6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6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800" dirty="0"/>
              <a:t>3</a:t>
            </a:r>
          </a:p>
        </p:txBody>
      </p:sp>
      <p:sp>
        <p:nvSpPr>
          <p:cNvPr id="17" name="Content Placeholder 1">
            <a:extLst>
              <a:ext uri="{FF2B5EF4-FFF2-40B4-BE49-F238E27FC236}">
                <a16:creationId xmlns:a16="http://schemas.microsoft.com/office/drawing/2014/main" id="{35A0E9DD-3030-D389-5D66-4F36C2689325}"/>
              </a:ext>
            </a:extLst>
          </p:cNvPr>
          <p:cNvSpPr txBox="1">
            <a:spLocks/>
          </p:cNvSpPr>
          <p:nvPr/>
        </p:nvSpPr>
        <p:spPr>
          <a:xfrm>
            <a:off x="869410" y="1953368"/>
            <a:ext cx="2909251" cy="1475632"/>
          </a:xfrm>
          <a:custGeom>
            <a:avLst/>
            <a:gdLst>
              <a:gd name="connsiteX0" fmla="*/ 235470 w 4724400"/>
              <a:gd name="connsiteY0" fmla="*/ 0 h 2895600"/>
              <a:gd name="connsiteX1" fmla="*/ 4488930 w 4724400"/>
              <a:gd name="connsiteY1" fmla="*/ 0 h 2895600"/>
              <a:gd name="connsiteX2" fmla="*/ 4724400 w 4724400"/>
              <a:gd name="connsiteY2" fmla="*/ 235470 h 2895600"/>
              <a:gd name="connsiteX3" fmla="*/ 4724400 w 4724400"/>
              <a:gd name="connsiteY3" fmla="*/ 2660130 h 2895600"/>
              <a:gd name="connsiteX4" fmla="*/ 4488930 w 4724400"/>
              <a:gd name="connsiteY4" fmla="*/ 2895600 h 2895600"/>
              <a:gd name="connsiteX5" fmla="*/ 235470 w 4724400"/>
              <a:gd name="connsiteY5" fmla="*/ 2895600 h 2895600"/>
              <a:gd name="connsiteX6" fmla="*/ 188015 w 4724400"/>
              <a:gd name="connsiteY6" fmla="*/ 2890816 h 2895600"/>
              <a:gd name="connsiteX7" fmla="*/ 182053 w 4724400"/>
              <a:gd name="connsiteY7" fmla="*/ 2888966 h 2895600"/>
              <a:gd name="connsiteX8" fmla="*/ 240221 w 4724400"/>
              <a:gd name="connsiteY8" fmla="*/ 2859062 h 2895600"/>
              <a:gd name="connsiteX9" fmla="*/ 283213 w 4724400"/>
              <a:gd name="connsiteY9" fmla="*/ 2577420 h 2895600"/>
              <a:gd name="connsiteX10" fmla="*/ 3325 w 4724400"/>
              <a:gd name="connsiteY10" fmla="*/ 2533112 h 2895600"/>
              <a:gd name="connsiteX11" fmla="*/ 0 w 4724400"/>
              <a:gd name="connsiteY11" fmla="*/ 2536350 h 2895600"/>
              <a:gd name="connsiteX12" fmla="*/ 0 w 4724400"/>
              <a:gd name="connsiteY12" fmla="*/ 235470 h 2895600"/>
              <a:gd name="connsiteX13" fmla="*/ 235470 w 4724400"/>
              <a:gd name="connsiteY13" fmla="*/ 0 h 289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24400" h="2895600">
                <a:moveTo>
                  <a:pt x="235470" y="0"/>
                </a:moveTo>
                <a:lnTo>
                  <a:pt x="4488930" y="0"/>
                </a:lnTo>
                <a:cubicBezTo>
                  <a:pt x="4618976" y="0"/>
                  <a:pt x="4724400" y="105424"/>
                  <a:pt x="4724400" y="235470"/>
                </a:cubicBezTo>
                <a:lnTo>
                  <a:pt x="4724400" y="2660130"/>
                </a:lnTo>
                <a:cubicBezTo>
                  <a:pt x="4724400" y="2790176"/>
                  <a:pt x="4618976" y="2895600"/>
                  <a:pt x="4488930" y="2895600"/>
                </a:cubicBezTo>
                <a:lnTo>
                  <a:pt x="235470" y="2895600"/>
                </a:lnTo>
                <a:cubicBezTo>
                  <a:pt x="219214" y="2895600"/>
                  <a:pt x="203343" y="2893953"/>
                  <a:pt x="188015" y="2890816"/>
                </a:cubicBezTo>
                <a:lnTo>
                  <a:pt x="182053" y="2888966"/>
                </a:lnTo>
                <a:lnTo>
                  <a:pt x="240221" y="2859062"/>
                </a:lnTo>
                <a:cubicBezTo>
                  <a:pt x="329714" y="2793258"/>
                  <a:pt x="349017" y="2666914"/>
                  <a:pt x="283213" y="2577420"/>
                </a:cubicBezTo>
                <a:cubicBezTo>
                  <a:pt x="217847" y="2488365"/>
                  <a:pt x="93258" y="2468624"/>
                  <a:pt x="3325" y="2533112"/>
                </a:cubicBezTo>
                <a:lnTo>
                  <a:pt x="0" y="2536350"/>
                </a:lnTo>
                <a:lnTo>
                  <a:pt x="0" y="235470"/>
                </a:lnTo>
                <a:cubicBezTo>
                  <a:pt x="0" y="105424"/>
                  <a:pt x="105424" y="0"/>
                  <a:pt x="235470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  <p:txBody>
          <a:bodyPr vert="horz" wrap="square" lIns="365760" tIns="60949" rIns="365760" bIns="60949" rtlCol="0" anchor="ctr">
            <a:noAutofit/>
          </a:bodyPr>
          <a:lstStyle>
            <a:lvl1pPr marL="0" indent="0" algn="ctr" defTabSz="121898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6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Project Demo:</a:t>
            </a:r>
          </a:p>
          <a:p>
            <a:r>
              <a:rPr lang="en-US" sz="1200" b="0" dirty="0"/>
              <a:t>Show off what you made &amp; how it was done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8F3ABE39-8C32-91E7-D585-3D9F439AC35B}"/>
              </a:ext>
            </a:extLst>
          </p:cNvPr>
          <p:cNvSpPr txBox="1">
            <a:spLocks/>
          </p:cNvSpPr>
          <p:nvPr/>
        </p:nvSpPr>
        <p:spPr>
          <a:xfrm>
            <a:off x="4418012" y="1953368"/>
            <a:ext cx="3131025" cy="1475632"/>
          </a:xfrm>
          <a:custGeom>
            <a:avLst/>
            <a:gdLst>
              <a:gd name="connsiteX0" fmla="*/ 235470 w 4724400"/>
              <a:gd name="connsiteY0" fmla="*/ 0 h 2895600"/>
              <a:gd name="connsiteX1" fmla="*/ 4488930 w 4724400"/>
              <a:gd name="connsiteY1" fmla="*/ 0 h 2895600"/>
              <a:gd name="connsiteX2" fmla="*/ 4724400 w 4724400"/>
              <a:gd name="connsiteY2" fmla="*/ 235470 h 2895600"/>
              <a:gd name="connsiteX3" fmla="*/ 4724400 w 4724400"/>
              <a:gd name="connsiteY3" fmla="*/ 2660130 h 2895600"/>
              <a:gd name="connsiteX4" fmla="*/ 4488930 w 4724400"/>
              <a:gd name="connsiteY4" fmla="*/ 2895600 h 2895600"/>
              <a:gd name="connsiteX5" fmla="*/ 235470 w 4724400"/>
              <a:gd name="connsiteY5" fmla="*/ 2895600 h 2895600"/>
              <a:gd name="connsiteX6" fmla="*/ 188015 w 4724400"/>
              <a:gd name="connsiteY6" fmla="*/ 2890816 h 2895600"/>
              <a:gd name="connsiteX7" fmla="*/ 182053 w 4724400"/>
              <a:gd name="connsiteY7" fmla="*/ 2888966 h 2895600"/>
              <a:gd name="connsiteX8" fmla="*/ 240221 w 4724400"/>
              <a:gd name="connsiteY8" fmla="*/ 2859062 h 2895600"/>
              <a:gd name="connsiteX9" fmla="*/ 283213 w 4724400"/>
              <a:gd name="connsiteY9" fmla="*/ 2577420 h 2895600"/>
              <a:gd name="connsiteX10" fmla="*/ 3325 w 4724400"/>
              <a:gd name="connsiteY10" fmla="*/ 2533112 h 2895600"/>
              <a:gd name="connsiteX11" fmla="*/ 0 w 4724400"/>
              <a:gd name="connsiteY11" fmla="*/ 2536350 h 2895600"/>
              <a:gd name="connsiteX12" fmla="*/ 0 w 4724400"/>
              <a:gd name="connsiteY12" fmla="*/ 235470 h 2895600"/>
              <a:gd name="connsiteX13" fmla="*/ 235470 w 4724400"/>
              <a:gd name="connsiteY13" fmla="*/ 0 h 289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24400" h="2895600">
                <a:moveTo>
                  <a:pt x="235470" y="0"/>
                </a:moveTo>
                <a:lnTo>
                  <a:pt x="4488930" y="0"/>
                </a:lnTo>
                <a:cubicBezTo>
                  <a:pt x="4618976" y="0"/>
                  <a:pt x="4724400" y="105424"/>
                  <a:pt x="4724400" y="235470"/>
                </a:cubicBezTo>
                <a:lnTo>
                  <a:pt x="4724400" y="2660130"/>
                </a:lnTo>
                <a:cubicBezTo>
                  <a:pt x="4724400" y="2790176"/>
                  <a:pt x="4618976" y="2895600"/>
                  <a:pt x="4488930" y="2895600"/>
                </a:cubicBezTo>
                <a:lnTo>
                  <a:pt x="235470" y="2895600"/>
                </a:lnTo>
                <a:cubicBezTo>
                  <a:pt x="219214" y="2895600"/>
                  <a:pt x="203343" y="2893953"/>
                  <a:pt x="188015" y="2890816"/>
                </a:cubicBezTo>
                <a:lnTo>
                  <a:pt x="182053" y="2888966"/>
                </a:lnTo>
                <a:lnTo>
                  <a:pt x="240221" y="2859062"/>
                </a:lnTo>
                <a:cubicBezTo>
                  <a:pt x="329714" y="2793258"/>
                  <a:pt x="349017" y="2666914"/>
                  <a:pt x="283213" y="2577420"/>
                </a:cubicBezTo>
                <a:cubicBezTo>
                  <a:pt x="217847" y="2488365"/>
                  <a:pt x="93258" y="2468624"/>
                  <a:pt x="3325" y="2533112"/>
                </a:cubicBezTo>
                <a:lnTo>
                  <a:pt x="0" y="2536350"/>
                </a:lnTo>
                <a:lnTo>
                  <a:pt x="0" y="235470"/>
                </a:lnTo>
                <a:cubicBezTo>
                  <a:pt x="0" y="105424"/>
                  <a:pt x="105424" y="0"/>
                  <a:pt x="235470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  <p:txBody>
          <a:bodyPr vert="horz" wrap="square" lIns="365760" tIns="60949" rIns="365760" bIns="60949" rtlCol="0" anchor="ctr">
            <a:noAutofit/>
          </a:bodyPr>
          <a:lstStyle>
            <a:lvl1pPr marL="0" indent="0" algn="ctr" defTabSz="121898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6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Presentation:</a:t>
            </a:r>
          </a:p>
          <a:p>
            <a:r>
              <a:rPr lang="en-US" sz="1200" b="0" dirty="0"/>
              <a:t>Introduce topics, example demos, overview of tutorial</a:t>
            </a:r>
          </a:p>
        </p:txBody>
      </p:sp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59561D0D-DD2D-D400-E164-82C3D8A0E3B7}"/>
              </a:ext>
            </a:extLst>
          </p:cNvPr>
          <p:cNvSpPr txBox="1">
            <a:spLocks/>
          </p:cNvSpPr>
          <p:nvPr/>
        </p:nvSpPr>
        <p:spPr>
          <a:xfrm>
            <a:off x="8184610" y="1953368"/>
            <a:ext cx="2909251" cy="1475632"/>
          </a:xfrm>
          <a:custGeom>
            <a:avLst/>
            <a:gdLst>
              <a:gd name="connsiteX0" fmla="*/ 235470 w 4724400"/>
              <a:gd name="connsiteY0" fmla="*/ 0 h 2895600"/>
              <a:gd name="connsiteX1" fmla="*/ 4488930 w 4724400"/>
              <a:gd name="connsiteY1" fmla="*/ 0 h 2895600"/>
              <a:gd name="connsiteX2" fmla="*/ 4724400 w 4724400"/>
              <a:gd name="connsiteY2" fmla="*/ 235470 h 2895600"/>
              <a:gd name="connsiteX3" fmla="*/ 4724400 w 4724400"/>
              <a:gd name="connsiteY3" fmla="*/ 2660130 h 2895600"/>
              <a:gd name="connsiteX4" fmla="*/ 4488930 w 4724400"/>
              <a:gd name="connsiteY4" fmla="*/ 2895600 h 2895600"/>
              <a:gd name="connsiteX5" fmla="*/ 235470 w 4724400"/>
              <a:gd name="connsiteY5" fmla="*/ 2895600 h 2895600"/>
              <a:gd name="connsiteX6" fmla="*/ 188015 w 4724400"/>
              <a:gd name="connsiteY6" fmla="*/ 2890816 h 2895600"/>
              <a:gd name="connsiteX7" fmla="*/ 182053 w 4724400"/>
              <a:gd name="connsiteY7" fmla="*/ 2888966 h 2895600"/>
              <a:gd name="connsiteX8" fmla="*/ 240221 w 4724400"/>
              <a:gd name="connsiteY8" fmla="*/ 2859062 h 2895600"/>
              <a:gd name="connsiteX9" fmla="*/ 283213 w 4724400"/>
              <a:gd name="connsiteY9" fmla="*/ 2577420 h 2895600"/>
              <a:gd name="connsiteX10" fmla="*/ 3325 w 4724400"/>
              <a:gd name="connsiteY10" fmla="*/ 2533112 h 2895600"/>
              <a:gd name="connsiteX11" fmla="*/ 0 w 4724400"/>
              <a:gd name="connsiteY11" fmla="*/ 2536350 h 2895600"/>
              <a:gd name="connsiteX12" fmla="*/ 0 w 4724400"/>
              <a:gd name="connsiteY12" fmla="*/ 235470 h 2895600"/>
              <a:gd name="connsiteX13" fmla="*/ 235470 w 4724400"/>
              <a:gd name="connsiteY13" fmla="*/ 0 h 289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24400" h="2895600">
                <a:moveTo>
                  <a:pt x="235470" y="0"/>
                </a:moveTo>
                <a:lnTo>
                  <a:pt x="4488930" y="0"/>
                </a:lnTo>
                <a:cubicBezTo>
                  <a:pt x="4618976" y="0"/>
                  <a:pt x="4724400" y="105424"/>
                  <a:pt x="4724400" y="235470"/>
                </a:cubicBezTo>
                <a:lnTo>
                  <a:pt x="4724400" y="2660130"/>
                </a:lnTo>
                <a:cubicBezTo>
                  <a:pt x="4724400" y="2790176"/>
                  <a:pt x="4618976" y="2895600"/>
                  <a:pt x="4488930" y="2895600"/>
                </a:cubicBezTo>
                <a:lnTo>
                  <a:pt x="235470" y="2895600"/>
                </a:lnTo>
                <a:cubicBezTo>
                  <a:pt x="219214" y="2895600"/>
                  <a:pt x="203343" y="2893953"/>
                  <a:pt x="188015" y="2890816"/>
                </a:cubicBezTo>
                <a:lnTo>
                  <a:pt x="182053" y="2888966"/>
                </a:lnTo>
                <a:lnTo>
                  <a:pt x="240221" y="2859062"/>
                </a:lnTo>
                <a:cubicBezTo>
                  <a:pt x="329714" y="2793258"/>
                  <a:pt x="349017" y="2666914"/>
                  <a:pt x="283213" y="2577420"/>
                </a:cubicBezTo>
                <a:cubicBezTo>
                  <a:pt x="217847" y="2488365"/>
                  <a:pt x="93258" y="2468624"/>
                  <a:pt x="3325" y="2533112"/>
                </a:cubicBezTo>
                <a:lnTo>
                  <a:pt x="0" y="2536350"/>
                </a:lnTo>
                <a:lnTo>
                  <a:pt x="0" y="235470"/>
                </a:lnTo>
                <a:cubicBezTo>
                  <a:pt x="0" y="105424"/>
                  <a:pt x="105424" y="0"/>
                  <a:pt x="235470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  <p:txBody>
          <a:bodyPr vert="horz" wrap="square" lIns="365760" tIns="60949" rIns="365760" bIns="60949" rtlCol="0" anchor="ctr">
            <a:noAutofit/>
          </a:bodyPr>
          <a:lstStyle>
            <a:lvl1pPr marL="0" indent="0" algn="ctr" defTabSz="121898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6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 Time:</a:t>
            </a:r>
          </a:p>
          <a:p>
            <a:r>
              <a:rPr lang="en-US" sz="1200" b="0" dirty="0"/>
              <a:t>Follow tutorial, implement your own stuff, (you can take home the hardware)</a:t>
            </a:r>
          </a:p>
        </p:txBody>
      </p:sp>
    </p:spTree>
    <p:extLst>
      <p:ext uri="{BB962C8B-B14F-4D97-AF65-F5344CB8AC3E}">
        <p14:creationId xmlns:p14="http://schemas.microsoft.com/office/powerpoint/2010/main" val="364079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806C5-CDB1-C927-ACCA-E8D68741D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345" y="1293074"/>
            <a:ext cx="4494212" cy="710986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Software/Digital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F3D2B-7AA7-F365-4621-B66A7447324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5AACE9-5870-A05B-CFB1-F8928F53AEB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F9543-B5E9-1650-94C4-F2D38FE9E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CA78EBF-FBC0-C3BD-5BD1-67A70995E783}"/>
              </a:ext>
            </a:extLst>
          </p:cNvPr>
          <p:cNvSpPr txBox="1">
            <a:spLocks/>
          </p:cNvSpPr>
          <p:nvPr/>
        </p:nvSpPr>
        <p:spPr>
          <a:xfrm>
            <a:off x="6382512" y="1299250"/>
            <a:ext cx="4494212" cy="710986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/>
              <a:defRPr sz="2400" b="1" kern="1200" cap="none" baseline="0"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Hardware/Analog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AFA0A8-65F6-A8D9-CB95-B7878D06601D}"/>
              </a:ext>
            </a:extLst>
          </p:cNvPr>
          <p:cNvSpPr txBox="1"/>
          <p:nvPr/>
        </p:nvSpPr>
        <p:spPr>
          <a:xfrm>
            <a:off x="1157828" y="2838302"/>
            <a:ext cx="4123245" cy="14957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>
                <a:solidFill>
                  <a:schemeClr val="bg1"/>
                </a:solidFill>
              </a:rPr>
              <a:t>Arduino/C++</a:t>
            </a:r>
          </a:p>
          <a:p>
            <a:pPr>
              <a:lnSpc>
                <a:spcPct val="95000"/>
              </a:lnSpc>
            </a:pPr>
            <a:r>
              <a:rPr lang="en-US" dirty="0">
                <a:solidFill>
                  <a:schemeClr val="bg1"/>
                </a:solidFill>
              </a:rPr>
              <a:t>Time-Domain Effects</a:t>
            </a:r>
          </a:p>
          <a:p>
            <a:pPr>
              <a:lnSpc>
                <a:spcPct val="95000"/>
              </a:lnSpc>
            </a:pPr>
            <a:r>
              <a:rPr lang="en-US" dirty="0">
                <a:solidFill>
                  <a:schemeClr val="bg1"/>
                </a:solidFill>
              </a:rPr>
              <a:t>Frequency-Domain Effects</a:t>
            </a:r>
          </a:p>
          <a:p>
            <a:pPr>
              <a:lnSpc>
                <a:spcPct val="95000"/>
              </a:lnSpc>
            </a:pPr>
            <a:r>
              <a:rPr lang="en-US" dirty="0">
                <a:solidFill>
                  <a:schemeClr val="bg1"/>
                </a:solidFill>
              </a:rPr>
              <a:t>MIDI messaging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1E4FE5-BD31-2E84-58A0-8A5247D50A82}"/>
              </a:ext>
            </a:extLst>
          </p:cNvPr>
          <p:cNvSpPr txBox="1"/>
          <p:nvPr/>
        </p:nvSpPr>
        <p:spPr>
          <a:xfrm>
            <a:off x="6534135" y="2662870"/>
            <a:ext cx="4447051" cy="21975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>
                <a:solidFill>
                  <a:schemeClr val="bg1"/>
                </a:solidFill>
              </a:rPr>
              <a:t>Breadboard</a:t>
            </a:r>
          </a:p>
          <a:p>
            <a:pPr>
              <a:lnSpc>
                <a:spcPct val="95000"/>
              </a:lnSpc>
            </a:pPr>
            <a:r>
              <a:rPr lang="en-US" dirty="0">
                <a:solidFill>
                  <a:schemeClr val="bg1"/>
                </a:solidFill>
              </a:rPr>
              <a:t>Oscilloscope</a:t>
            </a:r>
          </a:p>
          <a:p>
            <a:pPr>
              <a:lnSpc>
                <a:spcPct val="95000"/>
              </a:lnSpc>
            </a:pPr>
            <a:r>
              <a:rPr lang="en-US" dirty="0">
                <a:solidFill>
                  <a:schemeClr val="bg1"/>
                </a:solidFill>
              </a:rPr>
              <a:t>Digital to Analog Conversion</a:t>
            </a:r>
          </a:p>
          <a:p>
            <a:pPr>
              <a:lnSpc>
                <a:spcPct val="95000"/>
              </a:lnSpc>
            </a:pPr>
            <a:r>
              <a:rPr lang="en-US" dirty="0">
                <a:solidFill>
                  <a:schemeClr val="bg1"/>
                </a:solidFill>
              </a:rPr>
              <a:t>Filters</a:t>
            </a:r>
          </a:p>
          <a:p>
            <a:pPr>
              <a:lnSpc>
                <a:spcPct val="95000"/>
              </a:lnSpc>
            </a:pPr>
            <a:r>
              <a:rPr lang="en-US" dirty="0">
                <a:solidFill>
                  <a:schemeClr val="bg1"/>
                </a:solidFill>
              </a:rPr>
              <a:t>Amplifiers</a:t>
            </a:r>
          </a:p>
          <a:p>
            <a:pPr>
              <a:lnSpc>
                <a:spcPct val="95000"/>
              </a:lnSpc>
            </a:pPr>
            <a:r>
              <a:rPr lang="en-US" dirty="0">
                <a:solidFill>
                  <a:schemeClr val="bg1"/>
                </a:solidFill>
              </a:rPr>
              <a:t>Speakers</a:t>
            </a:r>
          </a:p>
        </p:txBody>
      </p:sp>
    </p:spTree>
    <p:extLst>
      <p:ext uri="{BB962C8B-B14F-4D97-AF65-F5344CB8AC3E}">
        <p14:creationId xmlns:p14="http://schemas.microsoft.com/office/powerpoint/2010/main" val="2859970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DCC22-8E9E-CFFB-154C-89F95CC54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776" y="987552"/>
            <a:ext cx="8156448" cy="2633472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Final Project: </a:t>
            </a:r>
            <a:b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Audio Processing Device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32152-8FF3-F7FC-ECA8-033F880198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5216" y="3995927"/>
            <a:ext cx="5129784" cy="1947673"/>
          </a:xfrm>
        </p:spPr>
        <p:txBody>
          <a:bodyPr>
            <a:normAutofit/>
          </a:bodyPr>
          <a:lstStyle/>
          <a:p>
            <a:r>
              <a:rPr lang="en-US" dirty="0"/>
              <a:t>Read audio data from SD card</a:t>
            </a:r>
          </a:p>
          <a:p>
            <a:r>
              <a:rPr lang="en-US" dirty="0"/>
              <a:t>Do digital processing on it</a:t>
            </a:r>
          </a:p>
          <a:p>
            <a:r>
              <a:rPr lang="en-US" dirty="0"/>
              <a:t>Do analog processing on it</a:t>
            </a:r>
          </a:p>
          <a:p>
            <a:r>
              <a:rPr lang="en-US" dirty="0"/>
              <a:t>Be able to explain what’s happening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097C9-884E-84E8-FC96-1D1CEFE47AE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9048" y="3995927"/>
            <a:ext cx="5129784" cy="1261873"/>
          </a:xfrm>
        </p:spPr>
        <p:txBody>
          <a:bodyPr/>
          <a:lstStyle/>
          <a:p>
            <a:r>
              <a:rPr lang="en-US" dirty="0"/>
              <a:t>You pick the digital effects</a:t>
            </a:r>
          </a:p>
          <a:p>
            <a:r>
              <a:rPr lang="en-US" dirty="0"/>
              <a:t>You pick the hardware controls</a:t>
            </a:r>
          </a:p>
          <a:p>
            <a:r>
              <a:rPr lang="en-US" dirty="0"/>
              <a:t>You can present at design day</a:t>
            </a:r>
          </a:p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514337-43F1-87CB-392C-836220F89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7812" y="6190488"/>
            <a:ext cx="919036" cy="210312"/>
          </a:xfrm>
        </p:spPr>
        <p:txBody>
          <a:bodyPr/>
          <a:lstStyle/>
          <a:p>
            <a:fld id="{EB37DED6-D4C7-42EE-AB49-D2E39E64FDE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448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FFC9B-3E94-585F-9D46-D39D157DE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Relevance to Club Projects</a:t>
            </a:r>
          </a:p>
        </p:txBody>
      </p:sp>
    </p:spTree>
    <p:extLst>
      <p:ext uri="{BB962C8B-B14F-4D97-AF65-F5344CB8AC3E}">
        <p14:creationId xmlns:p14="http://schemas.microsoft.com/office/powerpoint/2010/main" val="4140088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E91FC-80E5-92DD-E8BE-76202EBA7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ECA10-8CAD-9ECF-0915-E1A597D0A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Guitar Pedals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EDB4D-73B0-D2C2-AC7C-A6674503F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E3A3184-A58F-9C25-19BC-69E2A8DCBC57}"/>
              </a:ext>
            </a:extLst>
          </p:cNvPr>
          <p:cNvSpPr txBox="1">
            <a:spLocks/>
          </p:cNvSpPr>
          <p:nvPr/>
        </p:nvSpPr>
        <p:spPr>
          <a:xfrm>
            <a:off x="594360" y="1752599"/>
            <a:ext cx="3976052" cy="3805237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  <a:defRPr sz="18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6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6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6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Just a bunch of analog circuits</a:t>
            </a:r>
          </a:p>
          <a:p>
            <a:r>
              <a:rPr lang="en-US" dirty="0"/>
              <a:t>If we want out input signal to turn into a certain output signal, what types of filters do we implement?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 descr="16 Guitar Effects Pedals Every Guitar Player MUST Have">
            <a:extLst>
              <a:ext uri="{FF2B5EF4-FFF2-40B4-BE49-F238E27FC236}">
                <a16:creationId xmlns:a16="http://schemas.microsoft.com/office/drawing/2014/main" id="{CC047CC8-CB3A-D81E-66AA-666061D0F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768" y="1371600"/>
            <a:ext cx="6043519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217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C09BA-566B-3552-A436-6356499C2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88639-28B2-F03C-D14B-52D217E1B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MIDI Drum Kit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A6131-17A8-AB9E-4CF8-9CD7A97E7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B2376E-9625-6300-A80E-4B7576442E7E}"/>
              </a:ext>
            </a:extLst>
          </p:cNvPr>
          <p:cNvSpPr txBox="1">
            <a:spLocks/>
          </p:cNvSpPr>
          <p:nvPr/>
        </p:nvSpPr>
        <p:spPr>
          <a:xfrm>
            <a:off x="594360" y="1752599"/>
            <a:ext cx="5119052" cy="3200401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  <a:defRPr sz="18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6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6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6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What kind of sensors do we use to get the most relevant info?</a:t>
            </a:r>
          </a:p>
          <a:p>
            <a:r>
              <a:rPr lang="en-US" dirty="0"/>
              <a:t>How do we receive information from the </a:t>
            </a:r>
            <a:r>
              <a:rPr lang="en-US" dirty="0" err="1"/>
              <a:t>drumpad</a:t>
            </a:r>
            <a:r>
              <a:rPr lang="en-US" dirty="0"/>
              <a:t> sensors?</a:t>
            </a:r>
          </a:p>
          <a:p>
            <a:r>
              <a:rPr lang="en-US" dirty="0"/>
              <a:t>How do we translate that information into values that describe sound?</a:t>
            </a:r>
          </a:p>
          <a:p>
            <a:r>
              <a:rPr lang="en-US" dirty="0"/>
              <a:t>How do we send MIDI signals?</a:t>
            </a:r>
          </a:p>
          <a:p>
            <a:endParaRPr lang="en-US" dirty="0"/>
          </a:p>
        </p:txBody>
      </p:sp>
      <p:pic>
        <p:nvPicPr>
          <p:cNvPr id="3" name="Picture 2" descr="Electric Drum Set Foldable Drum Kit with 10 Demos and USB MIDI and 2  Drumsticks - Costway">
            <a:extLst>
              <a:ext uri="{FF2B5EF4-FFF2-40B4-BE49-F238E27FC236}">
                <a16:creationId xmlns:a16="http://schemas.microsoft.com/office/drawing/2014/main" id="{332A2737-9AC1-7139-2246-1B53E3DFC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075" y="68580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139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C1D8A-790B-7233-A50C-EABD2FFB9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Modular Synthesizer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10FBA-D909-A28B-BD17-E75715882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8" name="Picture 7" descr="Starting to take shape #modularsynth">
            <a:extLst>
              <a:ext uri="{FF2B5EF4-FFF2-40B4-BE49-F238E27FC236}">
                <a16:creationId xmlns:a16="http://schemas.microsoft.com/office/drawing/2014/main" id="{AD7567D2-F7C0-72BC-61F5-B4BB6B811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612" y="1300162"/>
            <a:ext cx="4257675" cy="425767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7DA01B5-1763-926B-324D-EF5A42D7D3D8}"/>
              </a:ext>
            </a:extLst>
          </p:cNvPr>
          <p:cNvSpPr txBox="1">
            <a:spLocks/>
          </p:cNvSpPr>
          <p:nvPr/>
        </p:nvSpPr>
        <p:spPr>
          <a:xfrm>
            <a:off x="594360" y="1752599"/>
            <a:ext cx="6033452" cy="4114801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  <a:defRPr sz="18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6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6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6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What kind of sounds are being synthesized?</a:t>
            </a:r>
          </a:p>
          <a:p>
            <a:r>
              <a:rPr lang="en-US" dirty="0"/>
              <a:t>What do we </a:t>
            </a:r>
            <a:r>
              <a:rPr lang="en-US" dirty="0" err="1"/>
              <a:t>wanna</a:t>
            </a:r>
            <a:r>
              <a:rPr lang="en-US" dirty="0"/>
              <a:t> do to it?</a:t>
            </a:r>
          </a:p>
          <a:p>
            <a:r>
              <a:rPr lang="en-US" dirty="0"/>
              <a:t>MIDI signal comes in </a:t>
            </a:r>
            <a:r>
              <a:rPr lang="en-US" dirty="0">
                <a:sym typeface="Wingdings" panose="05000000000000000000" pitchFamily="2" charset="2"/>
              </a:rPr>
              <a:t> how to translate it into controls?</a:t>
            </a:r>
          </a:p>
          <a:p>
            <a:r>
              <a:rPr lang="en-US" dirty="0">
                <a:sym typeface="Wingdings" panose="05000000000000000000" pitchFamily="2" charset="2"/>
              </a:rPr>
              <a:t>How does the analog circuitry receive control signals &amp; change the waveform?</a:t>
            </a:r>
          </a:p>
          <a:p>
            <a:r>
              <a:rPr lang="en-US" dirty="0">
                <a:sym typeface="Wingdings" panose="05000000000000000000" pitchFamily="2" charset="2"/>
              </a:rPr>
              <a:t>How does the circuit create waveforms to manipulate?</a:t>
            </a:r>
          </a:p>
          <a:p>
            <a:r>
              <a:rPr lang="en-US" dirty="0">
                <a:sym typeface="Wingdings" panose="05000000000000000000" pitchFamily="2" charset="2"/>
              </a:rPr>
              <a:t>How to construct modules?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222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929DE-B418-D510-8A6E-47EB7ADBE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Project Timeline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ED148-4EB8-C99F-6B0F-B9419C186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CEAEBAA5-40E3-9E35-46DE-E4804521E50E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535756598"/>
              </p:ext>
            </p:extLst>
          </p:nvPr>
        </p:nvGraphicFramePr>
        <p:xfrm>
          <a:off x="593724" y="1863279"/>
          <a:ext cx="11215688" cy="1220283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803922">
                  <a:extLst>
                    <a:ext uri="{9D8B030D-6E8A-4147-A177-3AD203B41FA5}">
                      <a16:colId xmlns:a16="http://schemas.microsoft.com/office/drawing/2014/main" val="3431276115"/>
                    </a:ext>
                  </a:extLst>
                </a:gridCol>
                <a:gridCol w="2803922">
                  <a:extLst>
                    <a:ext uri="{9D8B030D-6E8A-4147-A177-3AD203B41FA5}">
                      <a16:colId xmlns:a16="http://schemas.microsoft.com/office/drawing/2014/main" val="113750847"/>
                    </a:ext>
                  </a:extLst>
                </a:gridCol>
                <a:gridCol w="2803922">
                  <a:extLst>
                    <a:ext uri="{9D8B030D-6E8A-4147-A177-3AD203B41FA5}">
                      <a16:colId xmlns:a16="http://schemas.microsoft.com/office/drawing/2014/main" val="2128154396"/>
                    </a:ext>
                  </a:extLst>
                </a:gridCol>
                <a:gridCol w="2803922">
                  <a:extLst>
                    <a:ext uri="{9D8B030D-6E8A-4147-A177-3AD203B41FA5}">
                      <a16:colId xmlns:a16="http://schemas.microsoft.com/office/drawing/2014/main" val="494622400"/>
                    </a:ext>
                  </a:extLst>
                </a:gridCol>
              </a:tblGrid>
              <a:tr h="382757">
                <a:tc>
                  <a:txBody>
                    <a:bodyPr/>
                    <a:lstStyle/>
                    <a:p>
                      <a:r>
                        <a:rPr lang="en-US" dirty="0"/>
                        <a:t>Week 1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2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4413171"/>
                  </a:ext>
                </a:extLst>
              </a:tr>
              <a:tr h="427803">
                <a:tc>
                  <a:txBody>
                    <a:bodyPr/>
                    <a:lstStyle/>
                    <a:p>
                      <a:r>
                        <a:rPr lang="en-US" sz="1600" dirty="0"/>
                        <a:t>Microcontroller basics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Audio data formats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Time domain effects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Frequency domain effects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5906644"/>
                  </a:ext>
                </a:extLst>
              </a:tr>
              <a:tr h="280688">
                <a:tc>
                  <a:txBody>
                    <a:bodyPr/>
                    <a:lstStyle/>
                    <a:p>
                      <a:r>
                        <a:rPr lang="en-US" sz="1600" dirty="0"/>
                        <a:t>Buzzer synth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Music player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Speed control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Equalizer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7005463"/>
                  </a:ext>
                </a:extLst>
              </a:tr>
            </a:tbl>
          </a:graphicData>
        </a:graphic>
      </p:graphicFrame>
      <p:graphicFrame>
        <p:nvGraphicFramePr>
          <p:cNvPr id="10" name="Table Placeholder 8">
            <a:extLst>
              <a:ext uri="{FF2B5EF4-FFF2-40B4-BE49-F238E27FC236}">
                <a16:creationId xmlns:a16="http://schemas.microsoft.com/office/drawing/2014/main" id="{76B66D43-59F8-BF60-A0D3-6445430A8A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9597802"/>
              </p:ext>
            </p:extLst>
          </p:nvPr>
        </p:nvGraphicFramePr>
        <p:xfrm>
          <a:off x="593724" y="3657600"/>
          <a:ext cx="11215688" cy="11988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803922">
                  <a:extLst>
                    <a:ext uri="{9D8B030D-6E8A-4147-A177-3AD203B41FA5}">
                      <a16:colId xmlns:a16="http://schemas.microsoft.com/office/drawing/2014/main" val="3431276115"/>
                    </a:ext>
                  </a:extLst>
                </a:gridCol>
                <a:gridCol w="2803922">
                  <a:extLst>
                    <a:ext uri="{9D8B030D-6E8A-4147-A177-3AD203B41FA5}">
                      <a16:colId xmlns:a16="http://schemas.microsoft.com/office/drawing/2014/main" val="113750847"/>
                    </a:ext>
                  </a:extLst>
                </a:gridCol>
                <a:gridCol w="2803922">
                  <a:extLst>
                    <a:ext uri="{9D8B030D-6E8A-4147-A177-3AD203B41FA5}">
                      <a16:colId xmlns:a16="http://schemas.microsoft.com/office/drawing/2014/main" val="2128154396"/>
                    </a:ext>
                  </a:extLst>
                </a:gridCol>
                <a:gridCol w="2803922">
                  <a:extLst>
                    <a:ext uri="{9D8B030D-6E8A-4147-A177-3AD203B41FA5}">
                      <a16:colId xmlns:a16="http://schemas.microsoft.com/office/drawing/2014/main" val="494622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Week 5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6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4413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Digital-to-analog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Amplifiers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Analog Filters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 Day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5906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RC DAC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Op-Amp circuit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Tone control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Your design!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7005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0844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932A2-7272-98A3-51C8-E81BB4355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Info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491B6023-5B54-919D-F02D-CB56E59A19A9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r>
              <a:rPr lang="en-US" dirty="0"/>
              <a:t>Tuesday 6-7pm room 2400 (unless general meeting, then we will do it after the general meeting or another week)</a:t>
            </a:r>
          </a:p>
          <a:p>
            <a:r>
              <a:rPr lang="en-US" dirty="0"/>
              <a:t>Email me at </a:t>
            </a:r>
            <a:r>
              <a:rPr lang="en-US" dirty="0">
                <a:hlinkClick r:id="rId2"/>
              </a:rPr>
              <a:t>huang244@msu.edu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D6A4A-3B44-D5FA-08C9-1A700A23B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42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4">
      <a:dk1>
        <a:sysClr val="windowText" lastClr="000000"/>
      </a:dk1>
      <a:lt1>
        <a:sysClr val="window" lastClr="FFFFFF"/>
      </a:lt1>
      <a:dk2>
        <a:srgbClr val="445EA2"/>
      </a:dk2>
      <a:lt2>
        <a:srgbClr val="EBEBEB"/>
      </a:lt2>
      <a:accent1>
        <a:srgbClr val="4495A2"/>
      </a:accent1>
      <a:accent2>
        <a:srgbClr val="7CA655"/>
      </a:accent2>
      <a:accent3>
        <a:srgbClr val="DFB240"/>
      </a:accent3>
      <a:accent4>
        <a:srgbClr val="DF8C40"/>
      </a:accent4>
      <a:accent5>
        <a:srgbClr val="DF5D40"/>
      </a:accent5>
      <a:accent6>
        <a:srgbClr val="8760AD"/>
      </a:accent6>
      <a:hlink>
        <a:srgbClr val="DF5D40"/>
      </a:hlink>
      <a:folHlink>
        <a:srgbClr val="8760AD"/>
      </a:folHlink>
    </a:clrScheme>
    <a:fontScheme name="Custom 1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5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TM00677232_win32_KB_V4" id="{7C2CD246-3174-4527-8E3B-96BB004DC883}" vid="{2E14CB92-0E49-42FE-A66D-7EE51C3C8E2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CB68CE-DF93-40D4-8A63-5E263F9433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533545-1DB7-477E-8A8F-96BCFAC4DF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09779A-09CC-406F-88A8-8C570F23E8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{7223B302-B2D5-470C-A2E9-669826E51CEB}TF5cdbbf25-f254-4b34-bce1-8cc9b834d9ebf61b7a88_win32-c2f9367ef925</Template>
  <TotalTime>90</TotalTime>
  <Words>418</Words>
  <Application>Microsoft Office PowerPoint</Application>
  <PresentationFormat>Custom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Century Gothic</vt:lpstr>
      <vt:lpstr>Courier New</vt:lpstr>
      <vt:lpstr>Quire Sans</vt:lpstr>
      <vt:lpstr>Wingdings</vt:lpstr>
      <vt:lpstr>Custom</vt:lpstr>
      <vt:lpstr>Intro to Audio Engineering</vt:lpstr>
      <vt:lpstr>Guiding Questions</vt:lpstr>
      <vt:lpstr>Meeting Structure</vt:lpstr>
      <vt:lpstr>Software/Digital</vt:lpstr>
      <vt:lpstr>Final Project:  Audio Processing Device</vt:lpstr>
      <vt:lpstr>Relevance to Club Projects</vt:lpstr>
      <vt:lpstr>Guitar Pedals</vt:lpstr>
      <vt:lpstr>MIDI Drum Kit</vt:lpstr>
      <vt:lpstr>Modular Synthesizer</vt:lpstr>
      <vt:lpstr>Project Timeline</vt:lpstr>
      <vt:lpstr>Meeting Info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Huang, Caroline</dc:creator>
  <cp:lastModifiedBy>Caroline Huang</cp:lastModifiedBy>
  <cp:revision>1</cp:revision>
  <dcterms:created xsi:type="dcterms:W3CDTF">2026-10-03T21:13:05Z</dcterms:created>
  <dcterms:modified xsi:type="dcterms:W3CDTF">2026-10-03T22:43:54Z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